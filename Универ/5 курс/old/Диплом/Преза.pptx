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69" r:id="rId6"/>
    <p:sldId id="271" r:id="rId7"/>
    <p:sldId id="272" r:id="rId8"/>
    <p:sldId id="266" r:id="rId9"/>
    <p:sldId id="267" r:id="rId10"/>
    <p:sldId id="270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A"/>
    <a:srgbClr val="141726"/>
    <a:srgbClr val="002774"/>
    <a:srgbClr val="005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555" autoAdjust="0"/>
    <p:restoredTop sz="94660"/>
  </p:normalViewPr>
  <p:slideViewPr>
    <p:cSldViewPr snapToGrid="0">
      <p:cViewPr varScale="1">
        <p:scale>
          <a:sx n="99" d="100"/>
          <a:sy n="99" d="100"/>
        </p:scale>
        <p:origin x="19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4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70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22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1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2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14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9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3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5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7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5655E-74E2-439B-A373-6D53612BB34D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12280-B7D2-48AD-87A1-34EF4C81E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5.png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3533" y="1567544"/>
            <a:ext cx="10701868" cy="3083483"/>
          </a:xfrm>
        </p:spPr>
        <p:txBody>
          <a:bodyPr anchor="ctr">
            <a:noAutofit/>
          </a:bodyPr>
          <a:lstStyle/>
          <a:p>
            <a:r>
              <a:rPr lang="ru-RU" sz="2800" b="1" dirty="0">
                <a:latin typeface="+mn-lt"/>
                <a:cs typeface="Times New Roman" panose="02020603050405020304" pitchFamily="18" charset="0"/>
              </a:rPr>
              <a:t>ПРОГРАММНОЕ СРЕДСТВО ДЛЯ ОРГАНИЗАЦИИ И УПРАВЛЕНИЯ ВОЛОНТЁРСКОЙ ДЕЯТЕЛЬНОСТЬЮ</a:t>
            </a:r>
            <a:endParaRPr lang="en-US" sz="28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"/>
            <a:ext cx="12192000" cy="761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bg1"/>
                </a:solidFill>
                <a:cs typeface="Times New Roman" panose="02020603050405020304" pitchFamily="18" charset="0"/>
              </a:rPr>
              <a:t>Белорусский государственный университет информатики и радиоэлектроники</a:t>
            </a:r>
          </a:p>
          <a:p>
            <a:pPr algn="ctr"/>
            <a:r>
              <a:rPr lang="ru-RU" dirty="0">
                <a:solidFill>
                  <a:schemeClr val="bg1"/>
                </a:solidFill>
                <a:cs typeface="Times New Roman" panose="02020603050405020304" pitchFamily="18" charset="0"/>
              </a:rPr>
              <a:t>Факультет компьютерных систем и сетей  |  Кафедра ЭВМ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51F2"/>
              </a:solidFill>
            </a:endParaRPr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777873" y="4889817"/>
            <a:ext cx="8793693" cy="804254"/>
          </a:xfrm>
        </p:spPr>
        <p:txBody>
          <a:bodyPr>
            <a:normAutofit/>
          </a:bodyPr>
          <a:lstStyle/>
          <a:p>
            <a:pPr algn="l"/>
            <a:r>
              <a:rPr lang="ru-RU" sz="1600" dirty="0">
                <a:latin typeface="+mj-lt"/>
                <a:cs typeface="Times New Roman" panose="02020603050405020304" pitchFamily="18" charset="0"/>
              </a:rPr>
              <a:t>Подготовила</a:t>
            </a:r>
            <a:r>
              <a:rPr lang="en-US" sz="1600" dirty="0">
                <a:latin typeface="+mj-lt"/>
                <a:cs typeface="Times New Roman" panose="02020603050405020304" pitchFamily="18" charset="0"/>
              </a:rPr>
              <a:t>: </a:t>
            </a:r>
            <a:r>
              <a:rPr lang="ru-RU" sz="1600" dirty="0">
                <a:latin typeface="+mj-lt"/>
                <a:cs typeface="Times New Roman" panose="02020603050405020304" pitchFamily="18" charset="0"/>
              </a:rPr>
              <a:t>студент гр. 150541, </a:t>
            </a:r>
            <a:r>
              <a:rPr lang="ru-RU" sz="1600" dirty="0" err="1">
                <a:latin typeface="+mj-lt"/>
                <a:cs typeface="Times New Roman" panose="02020603050405020304" pitchFamily="18" charset="0"/>
              </a:rPr>
              <a:t>Прокопюк</a:t>
            </a:r>
            <a:r>
              <a:rPr lang="ru-RU" sz="1600" dirty="0">
                <a:latin typeface="+mj-lt"/>
                <a:cs typeface="Times New Roman" panose="02020603050405020304" pitchFamily="18" charset="0"/>
              </a:rPr>
              <a:t> Ульяна Викторовна</a:t>
            </a:r>
          </a:p>
          <a:p>
            <a:pPr algn="l"/>
            <a:r>
              <a:rPr lang="ru-RU" sz="1600" dirty="0">
                <a:latin typeface="+mj-lt"/>
                <a:cs typeface="Times New Roman" panose="02020603050405020304" pitchFamily="18" charset="0"/>
              </a:rPr>
              <a:t>Руководитель: ассистент кафедры ЭВМ, Селезнёв Александр Игоревич</a:t>
            </a:r>
          </a:p>
          <a:p>
            <a:pPr algn="l"/>
            <a:endParaRPr lang="en-US" dirty="0"/>
          </a:p>
        </p:txBody>
      </p:sp>
      <p:sp>
        <p:nvSpPr>
          <p:cNvPr id="9" name="AutoShape 2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1" y="6084262"/>
            <a:ext cx="1092200" cy="596399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749300" y="4905947"/>
            <a:ext cx="4233" cy="597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>
            <a:cxnSpLocks/>
          </p:cNvCxnSpPr>
          <p:nvPr/>
        </p:nvCxnSpPr>
        <p:spPr>
          <a:xfrm>
            <a:off x="1175657" y="2537265"/>
            <a:ext cx="9904021" cy="0"/>
          </a:xfrm>
          <a:prstGeom prst="line">
            <a:avLst/>
          </a:prstGeom>
          <a:ln w="12700">
            <a:solidFill>
              <a:srgbClr val="002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cxnSpLocks/>
          </p:cNvCxnSpPr>
          <p:nvPr/>
        </p:nvCxnSpPr>
        <p:spPr>
          <a:xfrm>
            <a:off x="1175657" y="3643055"/>
            <a:ext cx="9904021" cy="0"/>
          </a:xfrm>
          <a:prstGeom prst="line">
            <a:avLst/>
          </a:prstGeom>
          <a:ln w="12700">
            <a:solidFill>
              <a:srgbClr val="002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Заголовок 1"/>
          <p:cNvSpPr txBox="1">
            <a:spLocks/>
          </p:cNvSpPr>
          <p:nvPr/>
        </p:nvSpPr>
        <p:spPr>
          <a:xfrm>
            <a:off x="0" y="6244647"/>
            <a:ext cx="2091267" cy="3694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solidFill>
                  <a:schemeClr val="bg1"/>
                </a:solidFill>
                <a:cs typeface="Times New Roman" panose="02020603050405020304" pitchFamily="18" charset="0"/>
              </a:rPr>
              <a:t>Минск, 2026</a:t>
            </a:r>
            <a:endParaRPr lang="en-US" sz="18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519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" y="1"/>
            <a:ext cx="3941310" cy="761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51F2"/>
              </a:solidFill>
            </a:endParaRPr>
          </a:p>
        </p:txBody>
      </p:sp>
      <p:sp>
        <p:nvSpPr>
          <p:cNvPr id="9" name="AutoShape 2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1" y="6084262"/>
            <a:ext cx="1092200" cy="596399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3254311" y="-756966"/>
            <a:ext cx="1526400" cy="15264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270470" y="216993"/>
            <a:ext cx="3941311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Актуальность и проблемы</a:t>
            </a:r>
            <a:endParaRPr 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7" name="Стрелка вправо 6"/>
          <p:cNvSpPr/>
          <p:nvPr/>
        </p:nvSpPr>
        <p:spPr>
          <a:xfrm>
            <a:off x="5643990" y="2994185"/>
            <a:ext cx="619125" cy="247650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8235A8A-0807-B623-91C2-2CC9257415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1249700"/>
            <a:ext cx="5266559" cy="394991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901B40D-566A-7533-8DAD-6D72296A6C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970" y="1209888"/>
            <a:ext cx="5319641" cy="398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6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" y="1"/>
            <a:ext cx="4585854" cy="761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51F2"/>
              </a:solidFill>
            </a:endParaRPr>
          </a:p>
        </p:txBody>
      </p:sp>
      <p:sp>
        <p:nvSpPr>
          <p:cNvPr id="9" name="AutoShape 2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1" y="6084262"/>
            <a:ext cx="1092200" cy="596399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3822656" y="-764400"/>
            <a:ext cx="1526400" cy="15264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460374" y="216993"/>
            <a:ext cx="6675921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b="1" dirty="0">
                <a:solidFill>
                  <a:schemeClr val="bg1"/>
                </a:solidFill>
                <a:latin typeface="+mn-lt"/>
              </a:rPr>
              <a:t>Поставленные требования</a:t>
            </a:r>
            <a:endParaRPr 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A0406B3-46BB-F2B9-DFDC-FF98239B2472}"/>
              </a:ext>
            </a:extLst>
          </p:cNvPr>
          <p:cNvSpPr txBox="1">
            <a:spLocks/>
          </p:cNvSpPr>
          <p:nvPr/>
        </p:nvSpPr>
        <p:spPr>
          <a:xfrm>
            <a:off x="307975" y="961082"/>
            <a:ext cx="3245991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b="1" u="sng" dirty="0"/>
              <a:t>Функциональные</a:t>
            </a:r>
            <a:r>
              <a:rPr lang="en-US" sz="2400" b="1" dirty="0"/>
              <a:t>:</a:t>
            </a:r>
            <a:endParaRPr lang="en-US" sz="24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CF7D476-4FDD-0D54-93B8-28AEC412EBD6}"/>
              </a:ext>
            </a:extLst>
          </p:cNvPr>
          <p:cNvSpPr txBox="1">
            <a:spLocks/>
          </p:cNvSpPr>
          <p:nvPr/>
        </p:nvSpPr>
        <p:spPr>
          <a:xfrm>
            <a:off x="307975" y="3889343"/>
            <a:ext cx="3656396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b="1" u="sng" dirty="0"/>
              <a:t>Нефункциональные</a:t>
            </a:r>
            <a:r>
              <a:rPr lang="en-US" sz="2400" b="1" dirty="0"/>
              <a:t>:</a:t>
            </a:r>
            <a:endParaRPr lang="en-US" sz="24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C57274C-EFF7-2F77-CF90-D5F8961B09B5}"/>
              </a:ext>
            </a:extLst>
          </p:cNvPr>
          <p:cNvSpPr/>
          <p:nvPr/>
        </p:nvSpPr>
        <p:spPr>
          <a:xfrm>
            <a:off x="349537" y="1484836"/>
            <a:ext cx="792162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Регистрация и авторизация пользователей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Отображение и редактирования профиля пользователей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Хранение и обработка данных о пользователях, мероприятиях и заявках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Работа с мероприятиями:</a:t>
            </a:r>
            <a:r>
              <a:rPr lang="en-US" dirty="0">
                <a:latin typeface="+mj-lt"/>
              </a:rPr>
              <a:t> </a:t>
            </a:r>
            <a:r>
              <a:rPr lang="ru-RU" dirty="0">
                <a:latin typeface="+mj-lt"/>
              </a:rPr>
              <a:t>создание, удаление и редактирование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Подача заявок на участие в мероприятиях и их последующая обработка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Распределение волонтеров по группам во время проведения мероприятия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Оперативное управление волонтерами в процессе мероприятия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Формирование рейтинга надежности волонтеров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5CC1C2E-1879-1BCD-644B-6DE38A9315EB}"/>
              </a:ext>
            </a:extLst>
          </p:cNvPr>
          <p:cNvSpPr/>
          <p:nvPr/>
        </p:nvSpPr>
        <p:spPr>
          <a:xfrm>
            <a:off x="349538" y="4374358"/>
            <a:ext cx="57464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Производительность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Надежность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Совместимость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Защита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+mj-lt"/>
              </a:rPr>
              <a:t>Масштабируемость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F49AD9A-2182-E1CE-B13A-3DF2B8B9A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488" y="3218765"/>
            <a:ext cx="4948382" cy="278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71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" y="1"/>
            <a:ext cx="4267200" cy="761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51F2"/>
              </a:solidFill>
            </a:endParaRPr>
          </a:p>
        </p:txBody>
      </p:sp>
      <p:sp>
        <p:nvSpPr>
          <p:cNvPr id="9" name="AutoShape 2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1" y="6084262"/>
            <a:ext cx="1092200" cy="596399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3509293" y="-764790"/>
            <a:ext cx="1526400" cy="15264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417626" y="216993"/>
            <a:ext cx="3802075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Используемые технологии</a:t>
            </a:r>
            <a:endParaRPr 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1327FADF-196E-DDF7-D3BE-E9C7E5D1D8ED}"/>
              </a:ext>
            </a:extLst>
          </p:cNvPr>
          <p:cNvCxnSpPr>
            <a:cxnSpLocks/>
          </p:cNvCxnSpPr>
          <p:nvPr/>
        </p:nvCxnSpPr>
        <p:spPr>
          <a:xfrm>
            <a:off x="4072469" y="1129918"/>
            <a:ext cx="0" cy="4690640"/>
          </a:xfrm>
          <a:prstGeom prst="line">
            <a:avLst/>
          </a:prstGeom>
          <a:ln w="12700">
            <a:solidFill>
              <a:srgbClr val="002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5556EEAC-1407-8B09-1AEB-123D9F51AB95}"/>
              </a:ext>
            </a:extLst>
          </p:cNvPr>
          <p:cNvGrpSpPr/>
          <p:nvPr/>
        </p:nvGrpSpPr>
        <p:grpSpPr>
          <a:xfrm>
            <a:off x="1369631" y="822757"/>
            <a:ext cx="6416737" cy="343574"/>
            <a:chOff x="783586" y="998631"/>
            <a:chExt cx="6416737" cy="343574"/>
          </a:xfrm>
        </p:grpSpPr>
        <p:sp>
          <p:nvSpPr>
            <p:cNvPr id="34" name="Заголовок 1">
              <a:extLst>
                <a:ext uri="{FF2B5EF4-FFF2-40B4-BE49-F238E27FC236}">
                  <a16:creationId xmlns:a16="http://schemas.microsoft.com/office/drawing/2014/main" id="{619B2F21-8534-507B-DCEB-45526AA949B4}"/>
                </a:ext>
              </a:extLst>
            </p:cNvPr>
            <p:cNvSpPr txBox="1">
              <a:spLocks/>
            </p:cNvSpPr>
            <p:nvPr/>
          </p:nvSpPr>
          <p:spPr>
            <a:xfrm>
              <a:off x="783586" y="1006253"/>
              <a:ext cx="1840430" cy="3359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ru-RU" sz="2400" b="1" u="sng" dirty="0"/>
                <a:t>Клиент</a:t>
              </a:r>
              <a:r>
                <a:rPr lang="en-US" sz="2400" b="1" dirty="0"/>
                <a:t>:</a:t>
              </a:r>
              <a:endParaRPr lang="en-US" sz="2400" b="1" dirty="0">
                <a:latin typeface="+mn-lt"/>
                <a:cs typeface="Times New Roman" panose="02020603050405020304" pitchFamily="18" charset="0"/>
              </a:endParaRPr>
            </a:p>
          </p:txBody>
        </p:sp>
        <p:sp>
          <p:nvSpPr>
            <p:cNvPr id="35" name="Заголовок 1">
              <a:extLst>
                <a:ext uri="{FF2B5EF4-FFF2-40B4-BE49-F238E27FC236}">
                  <a16:creationId xmlns:a16="http://schemas.microsoft.com/office/drawing/2014/main" id="{055D8271-7647-AA2A-A96E-CEFD9B7F6A05}"/>
                </a:ext>
              </a:extLst>
            </p:cNvPr>
            <p:cNvSpPr txBox="1">
              <a:spLocks/>
            </p:cNvSpPr>
            <p:nvPr/>
          </p:nvSpPr>
          <p:spPr>
            <a:xfrm>
              <a:off x="5359893" y="998631"/>
              <a:ext cx="1840430" cy="3359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ru-RU" sz="2400" b="1" u="sng" dirty="0"/>
                <a:t>Сервер</a:t>
              </a:r>
              <a:r>
                <a:rPr lang="en-US" sz="2400" b="1" dirty="0"/>
                <a:t>:</a:t>
              </a:r>
              <a:endParaRPr lang="en-US" sz="2400" b="1" dirty="0">
                <a:latin typeface="+mn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E03C0C5D-F26E-DD62-FD8C-9FF3F2EE62F3}"/>
              </a:ext>
            </a:extLst>
          </p:cNvPr>
          <p:cNvGrpSpPr/>
          <p:nvPr/>
        </p:nvGrpSpPr>
        <p:grpSpPr>
          <a:xfrm>
            <a:off x="280075" y="4725868"/>
            <a:ext cx="10921339" cy="1165070"/>
            <a:chOff x="612781" y="4457153"/>
            <a:chExt cx="10921339" cy="1165070"/>
          </a:xfrm>
        </p:grpSpPr>
        <p:pic>
          <p:nvPicPr>
            <p:cNvPr id="2" name="Изображение" descr="Изображение">
              <a:extLst>
                <a:ext uri="{FF2B5EF4-FFF2-40B4-BE49-F238E27FC236}">
                  <a16:creationId xmlns:a16="http://schemas.microsoft.com/office/drawing/2014/main" id="{F5F90B82-1FDB-8D7D-CA2D-9F235452D0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73811"/>
            <a:stretch/>
          </p:blipFill>
          <p:spPr>
            <a:xfrm>
              <a:off x="1945530" y="4591385"/>
              <a:ext cx="967702" cy="960458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864C6C0B-66AF-E71E-4F75-B7AA46E865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67" t="4035" r="75318" b="68517"/>
            <a:stretch/>
          </p:blipFill>
          <p:spPr>
            <a:xfrm>
              <a:off x="4645611" y="4510177"/>
              <a:ext cx="1076952" cy="1003809"/>
            </a:xfrm>
            <a:prstGeom prst="rect">
              <a:avLst/>
            </a:prstGeom>
          </p:spPr>
        </p:pic>
        <p:pic>
          <p:nvPicPr>
            <p:cNvPr id="7" name="Изображение" descr="Изображение">
              <a:extLst>
                <a:ext uri="{FF2B5EF4-FFF2-40B4-BE49-F238E27FC236}">
                  <a16:creationId xmlns:a16="http://schemas.microsoft.com/office/drawing/2014/main" id="{FF2065A5-06CD-DCE5-6B00-FE1B54EA7E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74013"/>
            <a:stretch/>
          </p:blipFill>
          <p:spPr>
            <a:xfrm>
              <a:off x="3138140" y="4587067"/>
              <a:ext cx="957755" cy="9524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5FF1FCAE-FF50-73E1-FC11-D7B657C17C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77" t="36348" r="76649" b="38140"/>
            <a:stretch/>
          </p:blipFill>
          <p:spPr>
            <a:xfrm>
              <a:off x="6369344" y="4486897"/>
              <a:ext cx="1011291" cy="1027089"/>
            </a:xfrm>
            <a:prstGeom prst="rect">
              <a:avLst/>
            </a:prstGeom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E1E3B859-39AE-8BBC-DEE5-4329496B29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66" t="64032" r="76137" b="6124"/>
            <a:stretch/>
          </p:blipFill>
          <p:spPr>
            <a:xfrm>
              <a:off x="8170844" y="4457153"/>
              <a:ext cx="1041088" cy="1109855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D7C551D9-5E15-89CB-574B-E39EC7A58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781" y="4578999"/>
              <a:ext cx="1043224" cy="1043224"/>
            </a:xfrm>
            <a:prstGeom prst="rect">
              <a:avLst/>
            </a:prstGeom>
          </p:spPr>
        </p:pic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529E1F13-6DFF-8649-A1B1-F7566057B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52565" y="4486897"/>
              <a:ext cx="981555" cy="981555"/>
            </a:xfrm>
            <a:prstGeom prst="rect">
              <a:avLst/>
            </a:prstGeom>
          </p:spPr>
        </p:pic>
      </p:grp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EE65D38-1428-79FC-7ECF-88FE7AD2E1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598" y="1726090"/>
            <a:ext cx="4595399" cy="235264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E03BD48-B3DE-4364-E3B5-D959EC628F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332" y="2133296"/>
            <a:ext cx="2138610" cy="144582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F0E9E85-5D05-1691-E6CF-9F399FA7B6B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9" r="16928" b="3191"/>
          <a:stretch/>
        </p:blipFill>
        <p:spPr>
          <a:xfrm>
            <a:off x="1095733" y="1221237"/>
            <a:ext cx="1808975" cy="3451647"/>
          </a:xfrm>
          <a:prstGeom prst="rect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8A3CCED-881B-EA10-5DA9-9A7DD582F8B5}"/>
              </a:ext>
            </a:extLst>
          </p:cNvPr>
          <p:cNvCxnSpPr>
            <a:cxnSpLocks/>
          </p:cNvCxnSpPr>
          <p:nvPr/>
        </p:nvCxnSpPr>
        <p:spPr>
          <a:xfrm>
            <a:off x="9197702" y="1158709"/>
            <a:ext cx="0" cy="4649473"/>
          </a:xfrm>
          <a:prstGeom prst="line">
            <a:avLst/>
          </a:prstGeom>
          <a:ln w="12700">
            <a:solidFill>
              <a:srgbClr val="002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8C52C92D-2D41-7A08-72DC-DECEBA712A77}"/>
              </a:ext>
            </a:extLst>
          </p:cNvPr>
          <p:cNvSpPr txBox="1">
            <a:spLocks/>
          </p:cNvSpPr>
          <p:nvPr/>
        </p:nvSpPr>
        <p:spPr>
          <a:xfrm>
            <a:off x="9247605" y="821533"/>
            <a:ext cx="3186490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b="1" u="sng" dirty="0"/>
              <a:t>Администрирование</a:t>
            </a:r>
            <a:r>
              <a:rPr lang="en-US" sz="2400" b="1" dirty="0"/>
              <a:t>:</a:t>
            </a:r>
            <a:endParaRPr lang="en-US" sz="2400" b="1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37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1" y="6084262"/>
            <a:ext cx="1092200" cy="596399"/>
          </a:xfrm>
          <a:prstGeom prst="rect">
            <a:avLst/>
          </a:prstGeom>
        </p:spPr>
      </p:pic>
      <p:sp>
        <p:nvSpPr>
          <p:cNvPr id="14" name="Заголовок 1"/>
          <p:cNvSpPr txBox="1">
            <a:spLocks/>
          </p:cNvSpPr>
          <p:nvPr/>
        </p:nvSpPr>
        <p:spPr>
          <a:xfrm>
            <a:off x="1" y="216993"/>
            <a:ext cx="12192000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00339A"/>
                </a:solidFill>
                <a:latin typeface="+mn-lt"/>
              </a:rPr>
              <a:t>Главный экран приложения</a:t>
            </a:r>
            <a:endParaRPr lang="en-US" sz="2400" b="1" dirty="0">
              <a:solidFill>
                <a:srgbClr val="00339A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892735-9B81-AB02-099B-31AE09B98B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4" r="16222"/>
          <a:stretch/>
        </p:blipFill>
        <p:spPr>
          <a:xfrm>
            <a:off x="4596016" y="724249"/>
            <a:ext cx="2999967" cy="595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1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985" y="6211874"/>
            <a:ext cx="886180" cy="483901"/>
          </a:xfrm>
          <a:prstGeom prst="rect">
            <a:avLst/>
          </a:prstGeom>
        </p:spPr>
      </p:pic>
      <p:sp>
        <p:nvSpPr>
          <p:cNvPr id="14" name="Заголовок 1"/>
          <p:cNvSpPr txBox="1">
            <a:spLocks/>
          </p:cNvSpPr>
          <p:nvPr/>
        </p:nvSpPr>
        <p:spPr>
          <a:xfrm>
            <a:off x="155575" y="230690"/>
            <a:ext cx="12192000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00339A"/>
                </a:solidFill>
                <a:latin typeface="+mn-lt"/>
              </a:rPr>
              <a:t>Примеры экранов приложения</a:t>
            </a:r>
            <a:endParaRPr lang="en-US" sz="2400" b="1" dirty="0">
              <a:solidFill>
                <a:srgbClr val="00339A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2513F9-206D-163C-BA9E-DF2E2EE35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586" y="912932"/>
            <a:ext cx="2521110" cy="5469528"/>
          </a:xfrm>
          <a:prstGeom prst="rect">
            <a:avLst/>
          </a:prstGeom>
          <a:ln cap="rnd"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D84E74F-54FC-0A97-15AD-BAB72868B7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191" y="912932"/>
            <a:ext cx="2521110" cy="5469528"/>
          </a:xfrm>
          <a:prstGeom prst="rect">
            <a:avLst/>
          </a:prstGeom>
          <a:ln cap="rnd">
            <a:solidFill>
              <a:schemeClr val="tx1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803AA21-633C-3FAF-A115-67D06889D6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222" y="912932"/>
            <a:ext cx="2521110" cy="5469528"/>
          </a:xfrm>
          <a:prstGeom prst="rect">
            <a:avLst/>
          </a:prstGeom>
          <a:ln cap="rnd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230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455" y="6272331"/>
            <a:ext cx="747782" cy="408329"/>
          </a:xfrm>
          <a:prstGeom prst="rect">
            <a:avLst/>
          </a:prstGeom>
        </p:spPr>
      </p:pic>
      <p:sp>
        <p:nvSpPr>
          <p:cNvPr id="14" name="Заголовок 1"/>
          <p:cNvSpPr txBox="1">
            <a:spLocks/>
          </p:cNvSpPr>
          <p:nvPr/>
        </p:nvSpPr>
        <p:spPr>
          <a:xfrm>
            <a:off x="155575" y="230690"/>
            <a:ext cx="12192000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00339A"/>
                </a:solidFill>
                <a:latin typeface="+mn-lt"/>
              </a:rPr>
              <a:t>Примеры экранов приложения</a:t>
            </a:r>
            <a:endParaRPr lang="en-US" sz="2400" b="1" dirty="0">
              <a:solidFill>
                <a:srgbClr val="00339A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AC45EF-6B97-1281-8C4F-8B431AC5C5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"/>
          <a:stretch/>
        </p:blipFill>
        <p:spPr>
          <a:xfrm>
            <a:off x="8247664" y="904496"/>
            <a:ext cx="2661637" cy="5776165"/>
          </a:xfrm>
          <a:prstGeom prst="rect">
            <a:avLst/>
          </a:prstGeom>
          <a:ln cap="rnd"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6CDEBC-52BB-78A3-2B2A-0A3F8B9BAC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310" y="904496"/>
            <a:ext cx="2662451" cy="5776165"/>
          </a:xfrm>
          <a:prstGeom prst="rect">
            <a:avLst/>
          </a:prstGeom>
          <a:ln cap="rnd"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EFA0D2-4D12-96F1-C302-B24AFDB26B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99" y="904496"/>
            <a:ext cx="2580709" cy="5776164"/>
          </a:xfrm>
          <a:prstGeom prst="rect">
            <a:avLst/>
          </a:prstGeom>
          <a:ln cap="rnd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1987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1" y="6084262"/>
            <a:ext cx="1092200" cy="596399"/>
          </a:xfrm>
          <a:prstGeom prst="rect">
            <a:avLst/>
          </a:prstGeom>
        </p:spPr>
      </p:pic>
      <p:sp>
        <p:nvSpPr>
          <p:cNvPr id="14" name="Заголовок 1"/>
          <p:cNvSpPr txBox="1">
            <a:spLocks/>
          </p:cNvSpPr>
          <p:nvPr/>
        </p:nvSpPr>
        <p:spPr>
          <a:xfrm>
            <a:off x="1" y="216993"/>
            <a:ext cx="12192000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00339A"/>
                </a:solidFill>
                <a:latin typeface="+mn-lt"/>
              </a:rPr>
              <a:t>Примеры экранов администратора</a:t>
            </a:r>
            <a:endParaRPr lang="en-US" sz="2400" b="1" dirty="0">
              <a:solidFill>
                <a:srgbClr val="00339A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79ED94-2E3D-9626-58F3-3F16ABEEDF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9" y="921269"/>
            <a:ext cx="4795488" cy="3668262"/>
          </a:xfrm>
          <a:prstGeom prst="rect">
            <a:avLst/>
          </a:prstGeom>
          <a:ln w="9525">
            <a:solidFill>
              <a:schemeClr val="accent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FBEEB1-0090-EE87-8745-D044922E56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917" y="4732819"/>
            <a:ext cx="3139190" cy="2081711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4D81472-FB67-55E8-5EBE-1728594A3295}"/>
              </a:ext>
            </a:extLst>
          </p:cNvPr>
          <p:cNvGrpSpPr/>
          <p:nvPr/>
        </p:nvGrpSpPr>
        <p:grpSpPr>
          <a:xfrm>
            <a:off x="6788104" y="1233746"/>
            <a:ext cx="4667297" cy="4169715"/>
            <a:chOff x="6792391" y="647945"/>
            <a:chExt cx="4667297" cy="4169715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81B650BE-B8C5-09DA-3B75-E2D2624EF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2391" y="709577"/>
              <a:ext cx="4549598" cy="366826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67D4C613-CF3E-230E-0998-29FF88D33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3115" y="4358917"/>
              <a:ext cx="2929852" cy="458743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0317BF94-669F-1F1B-1D4A-393D0A738FE5}"/>
                </a:ext>
              </a:extLst>
            </p:cNvPr>
            <p:cNvSpPr/>
            <p:nvPr/>
          </p:nvSpPr>
          <p:spPr>
            <a:xfrm>
              <a:off x="6792391" y="647945"/>
              <a:ext cx="4667297" cy="4169715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BY"/>
            </a:p>
          </p:txBody>
        </p:sp>
      </p:grpSp>
    </p:spTree>
    <p:extLst>
      <p:ext uri="{BB962C8B-B14F-4D97-AF65-F5344CB8AC3E}">
        <p14:creationId xmlns:p14="http://schemas.microsoft.com/office/powerpoint/2010/main" val="2338075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2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1" y="6084262"/>
            <a:ext cx="1092200" cy="596399"/>
          </a:xfrm>
          <a:prstGeom prst="rect">
            <a:avLst/>
          </a:prstGeom>
        </p:spPr>
      </p:pic>
      <p:sp>
        <p:nvSpPr>
          <p:cNvPr id="14" name="Заголовок 1"/>
          <p:cNvSpPr txBox="1">
            <a:spLocks/>
          </p:cNvSpPr>
          <p:nvPr/>
        </p:nvSpPr>
        <p:spPr>
          <a:xfrm>
            <a:off x="0" y="92312"/>
            <a:ext cx="12192000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00339A"/>
                </a:solidFill>
                <a:latin typeface="+mn-lt"/>
              </a:rPr>
              <a:t>Демонстрация</a:t>
            </a:r>
            <a:endParaRPr lang="en-US" sz="2400" b="1" dirty="0">
              <a:solidFill>
                <a:srgbClr val="00339A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2" name="video1.mp4">
            <a:hlinkClick r:id="" action="ppaction://media"/>
            <a:extLst>
              <a:ext uri="{FF2B5EF4-FFF2-40B4-BE49-F238E27FC236}">
                <a16:creationId xmlns:a16="http://schemas.microsoft.com/office/drawing/2014/main" id="{C28BD587-5EC5-99FA-B950-407242E8B1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667242" y="669328"/>
            <a:ext cx="2780242" cy="601133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585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90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" y="1"/>
            <a:ext cx="3135084" cy="761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51F2"/>
              </a:solidFill>
            </a:endParaRPr>
          </a:p>
        </p:txBody>
      </p:sp>
      <p:sp>
        <p:nvSpPr>
          <p:cNvPr id="9" name="AutoShape 2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1" y="6084262"/>
            <a:ext cx="1092200" cy="596399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2371886" y="-764400"/>
            <a:ext cx="1526400" cy="15264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a:endParaRP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612775" y="213024"/>
            <a:ext cx="6675921" cy="3359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400" b="1" dirty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Итоги работы</a:t>
            </a:r>
            <a:endParaRPr lang="en-US" sz="2400" b="1" dirty="0">
              <a:solidFill>
                <a:schemeClr val="bg1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C57274C-EFF7-2F77-CF90-D5F8961B09B5}"/>
              </a:ext>
            </a:extLst>
          </p:cNvPr>
          <p:cNvSpPr/>
          <p:nvPr/>
        </p:nvSpPr>
        <p:spPr>
          <a:xfrm>
            <a:off x="612775" y="1290162"/>
            <a:ext cx="10457404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latin typeface="+mj-lt"/>
              </a:rPr>
              <a:t>Реализована серверная часть программного средства и механизм обмена данными между клиентом и сервером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latin typeface="+mj-lt"/>
              </a:rPr>
              <a:t>Спроектирована структура хранения данных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latin typeface="+mj-lt"/>
              </a:rPr>
              <a:t>Разработана клиентская часть программного средства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latin typeface="+mj-lt"/>
              </a:rPr>
              <a:t>Реализован функционал работы с мероприятиями и заявками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latin typeface="+mj-lt"/>
              </a:rPr>
              <a:t>Реализован механизм уведомления пользователей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100" dirty="0">
                <a:latin typeface="+mj-lt"/>
              </a:rPr>
              <a:t>Выполнено тестирование разработанного программного средства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5170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3533" y="1662544"/>
            <a:ext cx="10701868" cy="3083483"/>
          </a:xfrm>
        </p:spPr>
        <p:txBody>
          <a:bodyPr anchor="ctr">
            <a:noAutofit/>
          </a:bodyPr>
          <a:lstStyle/>
          <a:p>
            <a:br>
              <a:rPr lang="ru-RU" sz="3000" b="1" dirty="0">
                <a:latin typeface="+mn-lt"/>
                <a:cs typeface="Times New Roman" panose="02020603050405020304" pitchFamily="18" charset="0"/>
              </a:rPr>
            </a:br>
            <a:r>
              <a:rPr lang="ru-RU" sz="3000" b="1" dirty="0">
                <a:latin typeface="+mn-lt"/>
                <a:cs typeface="Times New Roman" panose="02020603050405020304" pitchFamily="18" charset="0"/>
              </a:rPr>
              <a:t>СПАСИБО ЗА ВНИМАНИЕ!</a:t>
            </a:r>
            <a:endParaRPr lang="en-US" sz="30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"/>
            <a:ext cx="12192000" cy="761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000750"/>
            <a:ext cx="12192000" cy="8572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51F2"/>
              </a:solidFill>
            </a:endParaRPr>
          </a:p>
        </p:txBody>
      </p:sp>
      <p:sp>
        <p:nvSpPr>
          <p:cNvPr id="9" name="AutoShape 2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data:image/png;base64,iVBORw0KGgoAAAANSUhEUgAAAmAAAAFMCAYAAABs7QAAAAAQAElEQVR4Aez9CZglx3UeiP7nRGTmvbequnpFo1c00I2tsaPQaHQ3liIlcZMoiuK0bEuWzKE+05I8HEsaSZY9nm9Knz1jj+159tjj5aPtMT0ay8/Gs2WLomxpJAtcABBLEyBBNAkSS2NrAA30Wtu9mRFx3h+3ukFQIkUsXUB1V8bNkxEZEZl54s+IE3+euLdK0YYWgRaBFoEWgT+GwMaJqd7Fe//GRdv2/u3rL333P739snf9sw9cctunPnLJ7b/+E5e8699+LMtFt/+bH7/ott/4yJbbP/XDW2/95Pdv2fv3d23d9fcuWX/t3xn5YxdsM1oEWgRaBF6DgL4m3SZbBFoEWgSWHwL797ttkx/tbJv8+ZUbd/23Wy665eev3HbLL+2uqnArJO02iTcN+rPX9wfz19Spf1WTBleG0L8ihMHlKTVXRtRXpdhcHVNzXUhpIsjgFh3p37Zxz/+4d9PNf/m6LXt/efvFu//S+sv3fWxscnLKow2nEWijFoHljUBLwJb3829b3yKw7BHY9vJIIW583Ab9i330e1KMH4HIf29ifzmJ/aVk6S8MwuC/HTT1T5Bk/ViM8Ueb0P/hJtYfiqn+SIw18+o/E2L4SbP455Ok/x4p/VUk+2VV/JTG9F54XNtId8MLzTPdZQ94C0CLQIvAEIGWgA1haHctAm8/Au0d3zEEZHJy0l9++cfGNl79c1vSqRVXhROyJzXdSXEjk951Jp0WWW5T8beoupu8c9erl2tE7CrReKU6u1xdvBxMi6adzslV3su1zrsbvPc3F97dVvjqDuV1hJJiORlj97YmXrB7+96/evVle35h047dn1gxMfHx4h1DYendePhcNu/5he4lE395/LKJqbUX7/5f1m+b/NsXbt87dQGXhNeybPVq4sa4u4DdlL5zzZjSHTs+UeV+dNWeX1idddw5OXXh1d/3v6y/bHJqqGtux/prf2nkNbrKO6YvPb0bJz7e23b9z6/cccP/um7nrqkLr7ztr27YtuuXL9xx219Zd82tv7oqe2m3bftoB9jv3jE9l9GN38HOu4xQbpvaItAisGQQIPlyR46s6wxKv8k53RsTPhKD/nRKxZ+DG32PutFrnB9d5Yqu876Soqys0+1ap1OaK8S0MCu7amWHaR94HC0fd3qFdbpZSsY9q7rdEV90Lxap9iRzH07RfdTEfVzh/lREsatp4qaTvuouGWDeYUXOPBfpN6vM3EWNxSv5fK5zIV5vJtc4N7hSgm4va2zG3Pzq40BvYuKwe6fU3rHjaGG9E+NNp7uhrt2lzuprPIm6M73Om15Zhmp7bfGiyuL6o7E3snPnox6YescI2MYnV1UY+DUiepH3YWdwckOI/ka+NFwvkq6sbbB90PebrFuu2rZtpEAbFh2Bd5CALXrb2hu0CLQItAh8C4HJKb/+Pb808o3ZGzecGNlybazG98KP3k6ydZsvR24pypHrimJkuy96Fzjf6TqtVF0BdR6ucBQFkxRjXhqK88bjRDGoB8SB+QpflvC+UzhXrhJXblbtXKnaneA190HLSUvlZNKRPXODePWqnT+5dd3OnxsFPRQABMs0PBmuHKtXbLrMae/mQaO3zdNrON/4yUFdTs6nLvEav8P8ysmiu/YOGVl3W1OuveWlcuUNm27+xcsumvj4htU7fmIF3h6PIp/Rfjdws2vm6s4NgwaTg0A9Q3nHzKxOnpynzBWTczY2mWTVHbFcc1vfr9z7SrVj4sLrTl65cdfPbdl2/UdX7tjx/oqETBf9cU9O+nU7J0fr2f7mUMtN/b6bnGlkso7lHbWVk1G6k4PoJ+dCdUfSFbdZZ2wfVq3bffENv3jdlqt/efvFV/+l9dmLR4LsqSvbzn27nRUEFv/hnxU124u0CLQItAi8NQTWlzNVtw7rvHfXmS/2J9/5s1qOvrvsrLyiN7p2bGR0LbrdlSirUZIorsJIwRs6MUASXTAm9F8VIuohhjAUX0C8p//AggTObk1gnEwgKqpeoAXUVSjKUZTVWKn0rEGqKwzlB2D+T6eAD7uk+2BzG/J30UjClq1N7trYBYLq+4nZjwf4H6+T/1P9Wj88H/yH6lB+pEmdPwU/9melGP0YXPdnoOVfkKR/Ts0+GCJurDq6afXJ2S5eT3hLdfbrtm0vFzG4bSnqj8bkPt4k9xNN4z8yV7sPzQz0w3NN8afq2PmJ5Ef/nPneT/OZ/4xT/zFRfBgh7WuAbTMYXbFjx33FW1LldZy87gg6lRUb0NiNIeh+ktuP1rXs7xPXgOqDjVQfqlP5Y40VPxGt899Cyz9v0J9Jyf2k0+Y9Ebi2stn12Ws8OTnJV4zXcdO2yutCQF9XrbZSi0CLQIvAuYrA5JRfe/nHxtyxZnNo3I3J+duc69zqiupG9Z3t4jtrnetW6roQkiVICYOncK6RBTEIWy9Q1aGApUCCMJsiopl0QfLHWDklluYs9VBeU12Hccfxfl2m1zK+1PnOjb4c2Vd1V942OrLmFj+48MrLnty6apL6AjwZyzNYMvoVMSKW1orIVsqlgFxuojspV0NIoKG7TNweuPI2Pr9JrcbpGVt369iaTROX0CO2ceJ/WLt58/4usMjfZeKz5vMuLKXxmGxDk/SSaP7yJMWV5sqrkvqrk/PXQ/1urlXfSuJ4u7ixO4pi3R3dVRfd0oxcuXPTtZ/YvJMeUJIbD7AHYXGCM1F2U74VYCQZ1lLfLdFkezR3OeVK6nw1tLgOWt3EcbBXi87t8CN3iB+7A37trXPVFRPPzO255Iqb/8qanTunysXRcnldtSVgy+t5t61tEcgILCtZ+8Iz3bL0m2CYCMl/yKR4v1bdi3010tOq4zjpoCZhGoSEmtLEhBANnKQgymKKQIHh3KgQIc+igCGlBDPAOU8vV4nCl1DWr5s4vJZqAcc8g5Ku8VxXwlc9lJ1RVJ2xMXrcLut2Vt5RlL0/paI/jKq4+MiRI53JyV9zWGZh/tT0EWsGvx/j4N+L9H/f+fhlruQeLQppnJNGxIJBiKzwCTkkKUfgu5vpEZvwnRUfdJ0Vf1bE/1SM8kFn9ZUyMrZq82aUZx/GO9OhQ+sa6ndIHf6DIf3rJtafr615MonMguvSWnUbKXqDqEUdpEjJVyWKkbXwozvFj79b/Yqfcjr6MafVj/hY7O6b33Ds2JaKJOysP/eXL0B/IM0LovJlX+Az6vAZuPCIIbwUCHage9ekCKJlY74T4TtOqtFRKUe3olhxixUjHzJX/bQ5/+cA/244vTyNDsbOPq7L74q6/JrctrhFoEVgOSAwMfHx4pLv/8vj42tWX8QJ+iYpuvvUlbtEi8vVFavEl4WoV+OMlAhIJJOKdDwlCBKPE2OjYChYcEpZjinDPJpP1iexG5YJFMprCQUs5+V4HYEJ6+W814oruHZZlVp01lAugZY3Qcp9MXAyLldceXh6eiWXIx3AC2F5hGfWfG365Pzz3xgMZu4XG3zeaficU9ytGh82aZ4mYThmFmqCDXGq6n3FZ7gCvlwfrbg0WXEDtLNPy9FJLVfcgZWrd8mFG7ZvnPj42vxrxbOIInvBndEN0rHKDR6Orv5sSPVnYwpfSMD97BJfM9iRpGk+IqUk5uBcIa7qiR9ZI9rZBulcY1rthnZvk2L0NuusvGVatl/17Cs3bhh+H3DoBT1LGt91V3j54F0zo1jxbOndg0VpnxXBZw3xnmjhyzGlp5LZKfbTCOGSuy+8adEh6RqH72yk3pdBywkTvzfB3z6Ism+urm+84OpPbN92/UdXTnCcvS3fZTtLcCyly+hSUuZt06W9UYtAi8B5j8DxVat6xSBeZCh2wXc/qL77/UXZ2+jLjhcpxDK3EQFUkEWc4rWS8ziBghMUzPK0zykrJU6p+UBYrFB14MkIIVEi0wLHPF8UUOeH5waeo97BFVzW5F2bFNFECl1sCQVMO6xcjRvKy03kh5PqBwZSbFl23wm766748gUv9/kQXoi+eCAifDqk+U/FMPOvU5i+R2zmGRidOWgK56XwhWMoEolBICmIg0T3YjF6IZcjb1A/9hF1I3/aVN/FB3PF3PhgDGc5HDo022AOJxqJ34SFP7Bo/zbG+U+FZuY/NuHUY5TZlObU0JTqxGlZwBWdJG4kJOmGZCMjpiuuVL/i+0S7Pybe/UhTFtdXHVy4jl7Qs6wuxscH82UdnlUltqq/2aD5f2Kc+7cpzH42xcELMdXs5smbScEXEYlwyVwRrOxEFB2lF299QxJWJ/lQA/yYWnxvbe7io/HIyMQ7+GvUs43T23k9fTtv1t6rRaBFoEVgsRGY4Bt5/vtLNu0u6gd/U5RyL/L3vYpqu9I1wglIhSHrYWLkTwb1gLicJsHCghhjM+YJy1QgIrDEXApzAChkKMxnvVxmiUSNp4AleUswfrjnNGySQFKBaBH0ioDkgJJvXDgop11XXgAtr4Xzu8nZrquPjm5b+5WLe1g+wXBX9tb845lXHvrbh4/0v/n1ufnn7u83xz5vYeZzlvpfRBo8Kql+XrlWKYjCZUlABKLOzJWaXNVLrrzQXLEzaXlzsOrWIL29sSmv3XDDX7xo6F3ClAIQvOVwZzx06FP9U4/+i2Mnv/lPnpw+dfTLYeaVe5ow/dkY5r6QwvyXks0/ZTZ/PKZBsBSGvUhdaSZVMikL0WoNtLrYtLyR+t9qRfd2VCtvxki5Y2ziz6zF8JeSb1nR4QUOHPhk8/jj//DUc1/+Xw4f+3D6mg2OPhjiiS+ENPc5Q/1F6vfVlOKL0dJcoEssGIinmNFJbN4JnOuZcilfi6uk6OxxvbE7tLvmNqsuu+EVt2Lz2n0fG8PZ9Nzh/A+5I57/rWxb2CLQIrBsEDiOVT3z8aKAdNMgFR8IcO9S31lP74OK6nDizRO3kBANRRNcAag3JGsQ4gAx1ogpQARQVXjv4TR7u0i2EgATCCXHgED5AeNE5hTp3cqS0/l8kHzFVNPr1R9e29DAFQJfeoh3gPOUiulOoUVnXIpye5L4rihpn6vm1mK5hoNXhZPxlVlYejqJ/0NnzW+6OP2bEmc+j2buFWv6kqx2wk/Z7UjZ7VriA21MUvSVRZKbxqpbmtT9oSTljxDk21H6DfnvdwFTgrMdDh8f9Pv9V3xqHkku/AeH+X+j6dQfWDjxtXr+2GzdP1UgBcdJlw9dYSgStGRnqES4Rm6+vJzE5oPJFfvNYxLwV4yNrzzrnjuw92JqyqZ13XRh6SmH5h7Ewf8XVv+70AwebJrBC00MTbDgozV8LWnEXDQrJErhg1Tdsuit3ETZ7YqxHydp/NPm5Kaq6W5Y27T/6YH4vu5NX3fNtmKLQItAi8BbRmDxLrBz5/5y6zU/uypV7mL4sV3qOvvEFTeYFhfDFaPivIg6CJTkCYzJpCQyEWEIQ0nDmHkkTSKGPFdxd3oTnnNGTmcxytVEeE0Ij/JmyOTLLEEVUOFVmE4WkPL1SfyGCrAMwh11wlC8E1904PQCg1yXoDcm30VqEAAAEABJREFUZ1tW737b/r5VVn4JyVTCwTvrEw///RMnHv5bh3xx/CuSTt2jcfYLFvsPIA6+idhMw4LlX6GKElUViyKkzgqStq747iYteztJbG+B691auO6u/njvss17Tq6cnJwk8331oZ2Fdt8ZcfiTc7MH/85L9SVfP1jg5fsUJz+PMHNvCrMHUzP3Qor92mKjsCTsGwYVesJ46FyR1K1O6ndA/YT6cl/VWbGnKjtXrdmzf9PmPfkXnWdBxW9dwnBwqj75yD85fqp+4Wk0hx+KYf7uGOovxNAcSCkcstScTKmJCY2aBJjjEPE+oSjVOJ5Mq02Ua03LvVxSvS3pyC7X720bv+bHV4Fj8Vu3alPfDQH9bgVtfotAi0CLwLmEwIxbO1KW1cXO/G711Q9pMfKuouyt90VXIE4AhYiDimRGxDkwMU7IxKgJA2Qxi8hcyBcOWTilDz1hIQSkFCEicE6HMXIwy3sI96rCcwXCOJ+XRQTI+aJAFmUMErBIihDpKTOhCiwgg4CJwFjBxI1EcRclcVeo4TJ6Fjat9rNdLPOw4uSpGfPpiaj4gsb635Eg/LbF+ll6wkJsBvRaNrrwIAQhGSmOT2VnLHS6q7quGL8EOrJXpPgwRN7nGrlosX51yMdkuPPOxAf2inO4XzT+rkf9X1wa3B8HMyfqZlqBWk2SRPa3JNQVSFAXhuL9uPfVbl903i8q70NMu+aB1bzu4mwHs6exmU1F/ZRa/H1B/LSkuXvN5p8w9Odjql20hkyRLyqOfVTEGpPYQFNypUva2RS1fJ/B/6iJ7ilELx53xcjiKHt+XZUd4fxq0FJvTatfi0CLwFlGYOLjxcrrf35lqLrbano4grh9Ju4G8f5i9cWIOkdqk5kOoKJDEeTPaT1IopIlGAUwiAjrsJxxPgbzjRNljlVyORhI3jhn4ozk/HwuSzg/8RrGVBZG3GQo3PP+LGRN45m8Z07x3DQUwDJ581q4oljpy2qLFuU1QHVFrz82xkss6+0gvWHP3fsvjtUzx58yHL8fsf+FFOv7LYZvaAozOnxGgQja8MkJ1LwrU1F0nbhqXLXc5lxnwmtnr8fozTNu65WHpycXwROGHOzwgU/OHb33nz7fS/FRj/69YoN76GX6qoX555HmBmLzboGINWBvYC9kRwOSwpWixQaVcqeie4vI+N4SK67Jf0F/48THF+E7gVNDT+P0/euOX9g8+U2HmS/B6rstDh5IcUBPWH3SEt8WkJwACr4kJHZyviRYkFJIwsag5XZo50bV7r7Cr9o1Uq3Zlr3RO3fuLzMYrXxnBPQ7Z7e5LQItAi0C5wYCK2NvpPDxYtPi5lr9B4L626Pz68x5QE6bOE5voOQjZV4W4VwCCEBRcayaJdcQpGSwlEDnBJRVFoiXsWbOi4z/uAARGJIA4zkCEUEmdYnXyWeC9xUohjJMs5xTr4FEjEuhJjnmud6h6vUoo6tJHG6ih+GmphhdhTYMEXhp9bOD+bn4chwMHon9/n9Sa36XDssXCuLnLKokPn0x8QqizVMIrMJHpx1f+NG1lGtUyx8Wde+nB2oxPWHIoXeymqZX6GsSwxfEZv+LpOkvWpo+kWzaq/adSq3QhlUD+0/ueDBnLqiVI4rRK70bv03RfZ9z2Av1a1jxzW7f47wpO0hvmM0WL/kQ74bV/2+o+/fFpv8kLPXZVb2oUVeoMgUnAufMtDApe0nLkTXiRm4XN/YBsXI3ClwyQ6802vBdEWAX/a5lbUGLQItAi8CSRWDnzqly855fWN11uMRScXMQt1d8eZ0UxUVw2qNAHecLMqhMdYQEDIlUyPAqCYIJgGwGdSFvmGYW6xqFKebjtCSAZOm1MrwueMEz+XRi5PtwakKWfI0swioyvLbizP2GFU6fu0DCSMCUFamzK0u4ohyBlJcYyssQdf36a39pBJNTnhdY3ttdd4WXvvLrs+nFcLh//PhDCOFeesAeltQcQgxzmhrxSPlHrWJ03JBIm0CTKmmQlF2R8sIEf12EvyUi3HRU11z6+Ms3rADO1q8j8W3h8cf/4YDesFd8Pf24jyfuB+bvQ5p9nF6wo5B+EGmcSBQ6lSA8kzzSxLwpqkK1t8bJyHage7NZuceJ7txyw8c2LsJ3wnjn3Bmn0iuP/e2Z2y9/+hmSr6/E0P+ihfCQxPgSwRyALxPs87mXskvLgqoiEC0MWnbhqi1wnWuc7+xVP3KT6/qtO3b/xIoJeqnzDVr5dgSyNfj2nPaoRaBFoEXgHEDg1PjJUa7VbDctbwkofjCKv0M7nXWu04F4B3ECX3gUOS2AcfJIMSFLnmoEyglPAU51clpgAqHgjwYxsID1bUFseIgz4XQxyxZyXj3mtYSCXMJYTt8n5w0FOfBiSACnM4iBsy+F05y4AlKsVCvWi/ObOsAF64/NVGjDEIHDh48POvPF0aZuvjaYOfW7zfzsH1o9/7I0+dtJJkIyHJoagceSXTfiUhIXgqlrzK2K0CtCkvdZ0u9vXNy4cydXCjElWKQwrvPTaPANRf9Bw9y9QP+rsGZGNKiqUSAKobDjpoK9s5sKNxacG+9CxnYk6+yO5t4V4W6S/thiekTtzjvvTGVIL0to7laxuyw0j1vTnCCZDUYPI0WM+OL0S0rMMfEFCjLJcrVo51Z13fequRtQl5tP+vY7jN+pW+l3ymzzWgRaBFoElioCZzxf/UG8+Phcc/Mg2V4tq+t8WV2k3vfEKYxEBiQ1nDygKnCcVrOxG2YbD14lQgrhVJcFr8YCMFdYTxgjB3KkfIzhsQDDGKfDmeOFWIZleb8g4HWR73c6f3g8TOfTjaksJGDU1yhDEpaLoA7wHQxJmG4QErAixpaADbHJuzvj4cOfnJs/Pv3C9PTRA83c3H0kCl+XFF+kx2YgMaiA2MpQhI8AAdECgUzeldH7dZTrUtG5WarRnUdXb9+8/j0z3XzlxZD8Hbbnv/5/H4WlJxDmHrDUHEg2eC5ZmOUzTyILPVWsgEPFrIpVuwnWcSq9ldCRbZDOrui6Nw9c7+JF/rWhvXzwH8++54pXnnZRSRTDgxbDwRSa6dREIYzIbjCOK77nGAUQEagvkviyAy22Gvw1QbKu49f19YILdrz/ExWmhl5GtGEBAV2I2v0yQKBtYovAeYHAKXq+JOj22OCW2X583yDitqLqrK16PQin3JQCvVzNq8IEOIOhcA7Oeag4Tm55FqZwVhYSLVDOxAtphUCBYbmyvn5bWk7XPxOD9b5N8rlZhvm8D6+Wy4XH8uq5YK4BJF101wzTkr1gYN7wFIFIwTYVlYi/IPnqAimLDk9ot9cgcHwV5jBwzzpzX3Ex3I0QHqa35pTEqCUffFk4UQ9JGqRBjUYbs4oHncLHsrs2FtXlVvhbvelNrl+tfs2lFyVpnenjqQxfCineM2jqg3UzeJH0u+aDdoBTlUq89kTRkVArmtqb6EjwxdhI0pGdJiM3G/T6oiguWeRfGw49YQ7hBVj4fY6rP4j9wZE0qM1FsZL9mx1TKgXhNXVIWnin3jsx9SS6xZqI8rYoI+9GqHbYyWp8x31HC7ThVQRoVV5Nt4kWgRaBFoGli8DOqXLsir+4pt/HJf1GbzbX2VN0Rq4tq+5WX3V6righKtSfBAaUlMi9Ir0IETk3l4kIRLLZowyJUK4u3J0RQE5/zqTAiWZBBGDZGRHmZ8Grebwm8751vFBfWJ7lW/n4VuDSzdBLczpG1luMZ4CiEE5rJF+VwF0gJhdoLCu04dsROPDJ5viTnzxZRP+0NukBxOZL1gxestgMiG0Sgm+IkoRC5pB8QvJmyZPuet9NrryQPeSGgdlE05/btvXWn121cxF/vffcvXf2n99avzAweaxu+g+HmL4eU5qOxg5Jgg5TquwohQBeDV4SSktSefb5NeaqHdDqZsjoDUV31bqdQ12n9NtBOWtHtnL+mVOd+dmvSxMeSrE5SHyf48CaV44vTRE5JvkSJxBVgTpHKUxc1TPtXCzauRZSXhes2jF3pMy/5hW0YYiADvftrkWgRaBFYIkjMJZeHitKvTQ0srcf5P3iOretWLV2LQUFHUNCypJFRThtKUQEiRNEjAHJEsxIb04LCwEVDGN8KwjnwCzfyjmTYl0I6dEZUaaVFzwtLMNQwCDI18jCg+GW01mGB9wJ9fiW2PBMeTWfKeoOigivL1JBdB19DOuk8BWrtdt3QMBmypOI+uWUwgMp9Z9KaXCcJCyk1EiI0ZKRLBSqWkimYdKwR5h3ITntDRIuq5s0kZCuQ9NcMrN67ch3uMXZyhr+nbBBmj1qqbnfJN4frXklxUE0asmOBXKb3LekKCr1ZakxQRqWmvgAV3I5srhNXefdKrptxhUjC99fO1vqfft18i8jR+Mrs170abXwObFwr8TBCWv6ioY0MtRJMrZZ8TzIRM0VlbmyK1p0S5LGDUmqvYPg9qAs13IZkh0cWb79RsvwiKN7Gba6bXKLQIvAOYPAjh2fqDZOfHxtr/Q7nJa7tSj30uN1rafnqyp7vZLkS7M9TwbH2IsMYwV4ZMhzQgKQOEEkHuSYBRgK885QqjMxmIfvGPKcka+6IIbTJIwxhiI8KwujP7LlwzPXzzUWJF8BUJI+tRyDKgkWAuNMvlSh6gpRHYfKygBtl3AWAPpj+0OHpvpPffV/fUlQP26x/kqKg2+G0J8LTa1GgkBwkZlxUn6ckSVAkogldV59sVqL6mKvxY1RutfYvF+N/fsdMDwLixBs5rhND+q5J5LFR1Nsvhlj84JRaUtJUn5hIEMXL6JOFNTZFALnkzifv2O1BVLs9FZdl0bXXHpqfPMoFi1MpYMH76zFnXq5SP2H1JovSei/iDA/QKwjl3rNmVnu30PdE3HNuogDfCniqxUBuDIYrkvJXbL992bW7nj/J8pcZbmLLncA2va3CLQILG0E5sYHYwj+CnNuH3z13qLq7e2Ojq/p9LKTQjgH0MPVREhIcJwGPJQfUATKSUA0EyXWMyCkhEhJpGPIRIuTHCjCdJacHgoWAi+HoXDusz8i+Q6GfO1sRnOcr3BGhldfuEje8x75uq8tFeYvZAuvory68iTmcqbN0xmYI/QmiONHbYS8suek8WjDn4iAa8JR1fl7YqrvGQzmjzXNQCUH9oOQPaIUdcSUwn4gSow7nV7qdUdXet/bBevcEgt34cYn+xVJGB/Kn3i7N194aLaZm/fHo6VDIcw+SO71SExhOiBotIDInmr008EF0cIcuQw1FnZuxz5ZJGi5htzx9gKd2wst1r15RV7fmeMz66ZRNN9QDL6qNveMS/PHNDVN7vmODJFjz2JMWofg6rqRhjh776N6V0RgfUzpMtLdG6KTKzEzuuL13fX8rqXnd/Pa1i0NBFotWgTeOAI7Tnu+YlPtCChvVlfs4dLGNa6stviy7DlfLBAXA/SMJEBo7YdC5sTJFcI5i8VDygVZ4DjJjMcJeQ+mvl1y7dcKGPIxo9dsCzm8IC/62vRrquoWJD0AABAASURBVJxO5tIsVO70vYR3/hb5EnIzHQqM0xn1Bq853BRQgapaBU0dc1C04U9EYFDNTwd36rGU6q+mWD9nKZyEpUjgRIitEEL2CyGo6pUpitMiqdKVKsVFop0rnJWXdeLFm3Y+uq6LRQt3Rhz6VL+w/ktWn6LHrv6KpfqopRCSRfpzA3tLY4kkTHxSvl0o+4TknqTqTcSPxqBX1g2uizU279g9tWJiEf/e1sGDU/Xz9/+joxqbQ0j9r1qqv0ldZyw2YimamZg6FUd2S+XodYSwxw/VFdWeOr9RnbteYnVt07i1E0Ndp3TR4D0HLrysG38OPJ9WxRaBZYvA3NDzhStozPcmFD+QtLrFV701RcU50QSIBieKwjkU6pA9XznPuNZB9wGtv3C+chChxyDXB6CetbxyYkuIfEPnrMFczhF5qsgCpr+TCKtl+SNlnHOQhaWnt9Pn57p5qhxKLjqdjz8as8wUgtMy1HN4MsBcMIgkZpgXJO8dKzKv3b47AocvOT4Auq849c84xWNO0tOIcV6iSakeJVdxlUzWs/cUrnClc2ohITVJFWXltLrQS3GjOX99PTa68rvf6eyUFCmcYh86qEkesRQOk9jMQCIJWNQQB0ipMctvGMIunSLJjkHJyMR8Udfpgvn5eFGMaUfp57ec9Bs5OM6OXt/tKjqYPqZh/j5YuC/F5ngItTRNk8eUlWXHOt2ulGWloqq5LMaAwhep6nTH1FXX8Snc5ArdeBzoTUwcdt/tPmctfwlfSJewbq1qLQItAssQgez52n7tz1wQor+sht9tWuyRsrjaFeVmX5Rdn0mUCLLxyuIgyCIkLxLzLCVQTrCac401ktABQuLDTZVljsfCCZdThlHwx0gRK74mL9d5VXiesWxBElPfQSSXJnz367JouFHXrPNQqGfWdSjCU4WtEhOFsakiGlUkFw5PbHd/EgJ33hkPH/jkHPvKi+TmX1Wkr6cwmIlNrS4JSivMJwefvJTitIAXD0cHkxMllaesUimvUd+5RpItuqfm8IGN/TUnn30JSQ6JxSeA8DzJzcAQ2AHoq5XIDpX7E5W3pApI5oyqToVeO3XleoG/uja7Ephb9KW9eR+nDdnDGA6SHL5ImQ0WYkomECpHDcWpCDejvrAoWV+vrkM9N5m47RZxiS/HNsx0Vi7rP6vCZ4k2tAi0CLQILBkErNeMh0KvEqe3J1e+J3l/S9HprSk7XXjn4ERQOIVXQV7noCuLNp4TFOcpTmLMc/CuhNcSQiJmLDJ6xVJiQkiusjdBczqBnoehkPFgKLl8KGfKc50skfWyvDadj7+b5Hq8Bs4I74sFEcYCfvJ8ZUodlbdWxo4xJSljoT4Cki4g6woyS22Yl4XR69+Wbc00Nzghsf9wqAcPNXPTJ+PcrGhDX2p0KAJpV3DiG5W8+NjRQiv2F2+O6Bc9p9Xlhe9cnXx14dFYjyyup2bKHn98d1MgviIIj4iFR2NqpklslD0BCnZY8jC6wuD4ZuGVkQi896nTHQlVd2RcvN81aGR3H37R/47ZS6ufHfTROWLeP500PhUlvkgV64Cog2Ygg7qmqgkCiFPRoQA8FlG4QsytVcjVZm6npWLRCSOWcNAlrFurWotAi8AyQmDb5Ec723b93IV0XVxeQ26BlPk7X1cXVWezr6quKzxAqw4zkHvBMS1DdpVIXsAgLFaKe40wLxMd5rAC0vATMSRenNfyiQu0KJeekYUcuh2QBdwvSGIFCr1geFXOfOHsTMxy3gOUfG4WvHo+T/+OG3WEskRYVSBDUpZjEwHkVRImScwNmIU2vA4EOoMw29iJQykNnkixPoLYzEqMUSN9MFHhScS8qdArRs8Y1EGJtU8irgDc2gS/xUy2mfY2nPTVYi7tscNNpY7JyQL9xyDxMaT6JGLNjsr+ZOxFMbHLGgp14p2qWqKy1JJLe975boJeHJNcmkJz4drLPzaGxfyfoaf/F2c0vGQI1Dc9kSzMZcIYYkC0SI1hqhBHVV3eCYTDLe8VkBUwudzgrogyWDU5OcmBDcEyDARjGba6bfLyQaBt6bmDwGxvZYzpOpP0rib57zdX3NTprljVHVkBLidBRGAp8u06kKikBYEhW25RhapDjjNtybwsJU5cBogIXF62dIrI8wMnCZYwH68Jw6u85vi7JXlB3pM3Z4XXk2a1P7K9ehZvaWdkWEew8BkecLdQk7qyBUBrrAnJG9gef3xNMza38qR3cqTyeL5wOIJkA4uJJBdwXHT0wr0oQiAvC0GFtEbYlyJUQrJxMokr4bpX9tXnPyD6Bu7+xqvO6VESxPmnkJonxMIxoKktkXnFxI4PdhVNhfcovBMgaaLOxj7OYkdaOcbDday9pep0N6x94ZnFJIzDxpXSnHSaHjFLj8QQTqbQEFczdlbSWkCJo/dKwuhERSEiuSsntqRncJeY+ksVbvWxY1sqkjA3vOgy2+kya2/b3BaBFoElhsC2bR/trNv5cxcG0yuc79xSuO4eX3R2et/ZSOLVdfnXjjTmEIAWHDT4FBIxpOHHaNdzmSgriCLPABHGuTZhWMZ8pXAC4HlpmJ+vBMn1Kd8Fj1yS5bsUf8/sfG6W71Yx0ytOrUMdh3qyYq6vEK7ogJMZhmpyz3ioLJN0znDfbq8Hgan0+OP/cFA4PepdfFw0PZUkzgVLkhKMmxlRNj4BQi42BD6nIEmBKDoSDZdEc9vjIC+VTTGX5a/n1m+izuGxb9Rz8dQrsPi8psFzZFgvq6Q6d4bEXgszYzc2BfsCk+wU7OzGLqMcAY5eJD8uKC8KWm1x1epFJ2BV2Z91yZ4gc/qmxHBcLdb0zBE6M2qIPOZUHamsQrgHlJskFhbs9+tScpuaJBvmuitXPT644bzs2PgegYh8jxptcYtAi0CLwCIiMNvrreRKynWAv0Ncd7KoRq4fGRlf2e2OQESRIulUipxvErWwoSSLnJIo4NQETqFc36BRp18AyHE0Q8z5wuosMwo4TYHH3MCi05KPKPadRZj/VgT5ht9BTKhzFuoVs0hEosacYPM0NRQWn9YxX4X6qaINbxyBZPTOIHyFROYrSeKpxhppEFBbtCb3IwKtBX00hRMTepYkiThJcFIFcZubvBSpGFv4a/NTfBBvXIfXdcZdd8X8/SrYzNGUpr8pGDzhNM05Yc+NCYHjgCuo5GEJ7CfqVFTFgWLOFVFc2Umu3IZi5GJ0OiOv655vodKGYut8Ucy/QMierdSOFkizKikIiJ/Y6SsL9VUeqQIczOKMCmuEdGuzNSHp1n7QTQAWnTDyHktuIyhLTqdWoRaBFoFlgMDmzb/QXXv5f7ex7HauLIrRPd53b1FfXeFcdaHzZYeTCkTk25HIh1k4A7EQxvLE40h7n2AwprMkmvyFY+YhS+J1EmcyQPhR6HCf02ckl3wnOVP+RuPvdK2FPAyDZR0pxrk+UXKcGZeylJyMGmKoL9UHqC3OubA0FK7K4zNS9h9PYk80FmYjgkQh4SXIue8k9iE4hSiJglr+5EcNqJZJ9IIEvzFKufp5t3YEOx/1i9gqw113hYT6JOLcE8kGT8VIp1hsTmua72zDnuCUtMspg4g49mZXJFcUXbjikiTFdpPhkqnkMxZL7rprKjx29/813VX3cgF7zll6KcUwiMO/CzYcfSRf+e5CPZRKqoguJLn86KFuBZy/yFx3q6Wil2suN9Hl1uC2vS0CLQJLA4H+SLPK+TTBqeT7fTX2Ll+tuF5dZyXUI5JR5bd9gUBpv0WYygKaLHUQ1pG86iIOpFWI9HgFioFBct0c88g4EQwlcjJIzES+IhzPd+KHaTEBmFocwXcM+ZYLYjD5lmTG9ao2ucKreuXL5JIct/JGECin6z7mBi8E0xdCiv1oAXAw59XEKbJABMReRFTYxZhJzw1QmujKqLo+Im4oC1mzDutKLHqYnlNfH2qa+unZ2Zm5+blZKkdK5VVUFVm895LFiTjHXOedqfMjUH9pgr+MXrsVp/+KP89dXIUt2YyL6fEUw+P1YH6uGfQlxgDmGwMMAlERqDIhAMcvX7Dg6epWLS8WX11sfmzRPXZYgkGXoE6tSi0C5wUCbSO+MwKb9/xCd8sNv7Kx1+vsLMvRPU57t6h0rnBaXuh9NfR85UlGRCCyIAAnRKO5EgocjbofCkiiAI/EMiNhWaBYrK08j2KkZxgu7Rk0X4t1JCkwFNbhMWsDvP7ZF3zHYMzNwmi45fQZGWawZbKQOL3PR1lOH7bRG0Lg4ME7m91XNKdIuY7ywb8ikk4wbhKSkHQNr/Uq/mIiwp5CZiNOnfCNwDm30onbCPEXFt1uZ3jCIu5Wzod+aXgxxXQ4xDCdEl1gVFrVgQrzztwLBSpUVbOoU0BdYZA1CVhvMa5Z9eSqUUx83POERd1KmZkTC4c41p4GbI7CHpxs+ElMGiCiUKW+kpXOQn3FdU3y8qPf7BDHsAx/DUkU0IYWgRaBFoG3DQHpF6t8DDcpqu8ryvHbnBu5GijGQSLlfYGypFQliqKAqMBowBNnlWQ5XfC4QIoOKXnqXEIkSwETxzLWYW6ekGjvecwZgB4wpwqfJ7BM1CIQ8/QbjOVgEEq7nccI2J133pnE63Tp3SEVPJMiPWGh0ZSikCiwLyXkOHcIEYE6JwX7YlEVYJ/seidbyW+2AE0Pix/qfn/uuLnyZepwoir8rPM+kGlxJEhWETEZstc3SSYzWURYInmsWLSOpLDehWL92pmw6IQxqp8zi8/RJfdcp9OZL8sSHJSWEv1fkYONSqk4OPGiolznhRrHZOK6oyVba2br2ZwV649tqUjCHJZR0MVra3vlFoEWgRaBbyGQPV87dn9is092dZRij7pyt/edyygXiBQVsECgAIEIhTMlGAzCvYOIpzBmvRTVYhDLcUpqKYlZXmU0Vj29ifAgCycAo4VnBB1+3HAvENbMwmgpb1nFLEtZx6Wvm4lzXMuLz5CoPGsp9ClMLhCE7LXJTRARiAgg9I2JiJK0O6cdEVxokA2184tOaA4evCp0BjOzqtVx790Rdf4YDHXuw4n9OAugEM36qeSkGQcAkPPgvFZcoVynRW9dObqK4wqLGtysGzRavyxOXqLMqKJBorbcADn9YUo4+pwjpI645xrJGbCCbVsllsbHxlf2dnSvcVhGQZdRW9umtgi0CLyDCHRSWJOi7qbj6j3Q6na46ipXVOO+rOC8px0WNCFikP+mdkiIMSFFmmgTeOdRuAJOPWCZcEULIaQmS8O4rvOx0T3A2tynCEspz03DFjd1g8DrigiKgtcqCnjeU3k8rHAu7PJcdi7ouRR0/A462ODUfB0Gz8UQnzPLS2V0q2ZWnnse+4GqIguTEoNRyOyNFzIUBlltCatd0pI5i7xNDf8yfulkunD+OVE5TI8Xh0XUpglIJGEuj4eihHMkMyIS6GmKKYpjflkUVVmUa6uyXOs6Y4uubwhPN6WvT9TJjoXQnApN3Y8EmbDCOWJKId7ELEktsRypAAAQAElEQVThC/EFvdVGhpZSJmIVu/WYF6wUGxnrxYoDHMsmtARs2TzqtqEtAu8MAtnztenaT2zuN3J1NL8H4na7orhMfXGBOlcJDXQWiICci8QLnGQEJFpUWCFDSsWkGfPypEkZVgyGGMJQUkySIpACiVdD4QJN4gkmJGW086evwVvwNrwOeI2h5DSv3W7nPQJxoANp4hH2hiNObKDsYuxcC/2B3SQDkHtDFkj+CLMEIlKK6KrCF6ul9N3Jxf+uElWYSuiWc0KvEgQvW7LsAVOYivC1gj0bmeCI8IhZ6kTVqYgCECmS2OpI0thELDoBO3gV4mwV5yzFkzE2J1OMMyRcAQxKhUQEiew1pUSVE49MqK1RIKJenOtCsNJiPX6qDgVPWzZbflzLprFtQ1sElgkCS6qZNhvWwMVbaHF/IMLtgyuv8N1qrOjQ1nIRwiQCmkBbjeFO+BJMESngckzrHJsGzaCP2NSgoebqYhTlrCSpaZyFpuTUlH/UZnEgsRkgpUCbT5Mfs8335l0F7/NclEjyBmjiHEKcR8q/iBsSMbThPEegq6FWwQnn9YRz0gy/jCTsHzKkM+wLxr4Rh3H2jhb01Kg6dlu+KvhivCyL1VWho2/XX25PjdUxNceT2TEyskbpoSt8CVWPQE9xXTeIJDYkaajKUovSS7LEk4KLMY7HkFaGNMidfnGf7J13pkPrZpsglknYcYOdJLFoFCL5xkZ4jXrGGNDUNQJj5xzKooQrCrZHC4K+sklhpav7i68vlk7QpaNKq0mLQIvA+YTAxomP9zZO/PdbpSyvUdfb433n5qLq7iiqzlrnfZUnjiSGKAk55ss9xHuo84A4wATDTzbgsUFqBnWs+8dT03/GrP6qIDwgKd4LxHsE6X6x8Iil+lCKg2NGS2+RHjKeK3BwtPHgBBYtIiRei7EhArw3wOltKGjDeYzAfPJNofUJWDxh7CSMuZg3XONmq9kH5Fs9gUfMA/tf7hjiRGRERVdojKNxpKyOHFmnWORQ95vGQjpO8nI8JdKxZFRDQT2oKHs8+zbLmIaIIz3jtpCVfDKsNMEqb75YZDXz5Q133hnNrA/FMSp5HJAAo/vZSMcoyGGIL5HlsQi1EwiPCLCVrLnK0cvorPt26Ju1WRKy6J3oHWlle9MWgRaBJYAAiZYr9qmW73fFyK1FNX7FyNjKse7IKOAEDUlQRBq+xQe+IScBHOeLLLTRSFxStMQJkiLZU2WD2Tg4+SQ52OdTPf0bCPP/WGL9DyU0/zCG2f8zNTO/bs3cZ9HMPx6b+ZkYahHaeHVqEGeclOj5iiRg9LY5TmRFJnoCTgVLAKtWhcVGYE14uolunstk6Xio5/uxHsREkm5IJmQEKgJVB0AQQkITosVMK5JpTKmi9MxS71TfOqfGkStiMUPlrE5pcCI2diKGUFOQYsykRRxfUrKYgdonSpRkJmB/N5GCiVUisir6xV+CxOngtKgFcoxynIOqSYQ1RfrFuPSoqvB8uSoo6hxYhqYJxDkgxkCvl61WxyXewjGNZRNaArZsHnXb0BaBtweBjR+c6l387r9xke+uvta0tze56mbTcgdcsZZGtlLnaJ8B4ydRpSRCGpYl52VhCQmZZQJGz5fFQV9SfZhyMIa5e2N9/LNN8/JdwQ5/Ns4++YU0/+wX7PiLnw39o3ch9u9Kqb6f5zyFGI7R0tdmhhgjBUzR5CnnTooJ1y15b+OEm4WqtNt5jMDBH7sqdFb2ZtntZpBi3yw2YilZ7mvsGbnn5eaTQDCZ+6DlQ7B7CM8pYkKVonS0aKpmtsOOhO8YzlbmvMw0ITQnUggnY8NP7sMkM1lVYd917MMiwtvRf2QUKil82VB1TlRXmLpxB/e2eZQKh1oh9H7Z8QR67CyJEULmQalnFirLQUhsSc4AZkIg4rwYVvBBrCBre9v0xRIIugR0aFVoEWgROI8QqGb9OkS93aT8QHTdPUk7l0YtRiMEdQj0LDRsrUFUAHUw8RSlJwwsb1he00g3Q4lN5l7zx2M9eyA1M78LxN9CDH/gffqmqD86Gl+ZXePmZmV+5XEJ1RNwuMsh/q4gflEsPJ5SmOVqpAwGtQXOta7omC+7vJ/n/WRI/EC90IbzH4GpKXt895rGORmUpe97rw1IESyasJ9Q8usAICLslg7OLYiKIz8QhYEdNVYOnWLlWKFY5NBT30jy2WNHWSBgaeiRA51cAlGFOmUszDBmCKiz+cI7ccWoqB9LPq+9swyLH+ipq4F4PKZ0PIZELgWoOss6OVEgGZr8HbC6EYKsng+gLCvxjqMZGKFHbCQ0Dd3Si6/rUrkDUVkqqrR6tAi0CJzLCKy/9u+MXHTzX784NHpDHXVfRHGzuOoS8dVqKaoSLpMeAw00mzm0wcMYEEAdI6GNDiwfwIwkLDXzKQ4Oh6b/NSa/aPX0Pd169ssvPfJPnnz+/n909Ll7/978wYN31gcOfLI5dGiq/8wjf+v4oS/+rUPWhK+61DwASY+ahROwEI1XNN7HkOdRHRKvxGPeFOdAEOqYhVG7vQUEDFNTyRWuEcE8Vx37YnTTIJFgsYe8emFhzxAeqQg3lkhKSWOIjumCB2XT94s+dz538jnymP4cPVlzohqpDHUSGCiGYY9mBniIM0HYKAHX2w1dkrVuCiCh+TVheRZGi7fVie84Yqc42E7FmJoUybioJfWjtkSa7jAbZgGEVVSV8BJGFcfsXoT1UvA0BIun41K7Mlu/1FRq9WkRaBE4FxHodPoXJKfvisE+2ETdHZO/RH13xFddFGUHzpeg1WXT5LSAhAvI7+fOKd/eBSLRzBqzNECK9HzFuQdDnP0Ds8HniiiPyFxxkif/iZsray6DxIdo5A8I0ksqqMvSm1MvTdPIoG5433wvx+tkEyiMl+xG5bgtWfXOPcVik78GGGctpVnylSAq7IICYVNEBNwybaDwZYGkIVpCiJEnBUlAIUVRpLGesPribhdclcoojfc99t8qFUVpznsTKs0xZiSEIDEc6rmgiMGSSQxJmyaUWWxQu/37H118XalAwbcdSTKbmjgbmhgYEIlb1jELq0Cdg6Ms2AEgcaSnaFm/LqA9U8uDMlddFqLLopVvYyPbW7UILDcE1l/7SyMX3fzXLo6KGyC6T8Tvolyszq9SdSVjMGYRzY04Ei7aWFEYeMw9Zw2QKFECQM8X0qCf6PmCDQ7G2P9iaKbvGzTT33jiK//0yOOP/8PB98J3PAzmoeFZzp1PCuKLkHhKgCCcZ42ZWRauwdyFxJLcZ+2yLCgnxEdQ8LNw3O7fLAKqdQJSn9P+PF0zcdgfhFcTAbvHgvCQZbl3DkuMJMxMMlUjly+KkYHkzstai7jdhTReO3rrtFFVxlzYhyRY9iZhqOeZuw/1AzVe0FZIbDTG5IJBn3xyFXWdyiVnqi9KXPSqCMi8mM4TSTq0DGlIwJgNA+GFcidKdQgfVSNfNDNAIahEXZXUOSyjoMuorW1TWwRaBBYBgU6nc0FMeLfF9EMQdxM9XVs7VdWrygLZ1sIi33Q5b9DSGjwgBRJIxGh1BYDk8jj0eLEq7XecO57S3IMxzP5Xp+HzQPjq2NzK7+n5wulw4MDGOE4SFq05EUP/xdQMXolhMDC6PpwTDN/AeWPhpMBpDAvCaCluIhBZEDCFNrxlBOhkiSJuIIY6RfpmUpIzFyVxYV+14aGIQCEQYayOfVlUFGVIUjbVsGdjccP/bI9vXsOhZdmfNEjJ+jFZYLdNQipIUoYsVA8pRSRLEKdQLvUDwjGG7LXTkycrxdsQ/DySk9h45xpf0OPsHHUwSykZ1YGIwOT0aGOMoXCnEKHSqlJ475jxNii7RG6hS0SPVo0WgRaBcwyB/J2vrbumLkHq3Oiks8+5cpfCXaTqx4uCJtg7ZD8XUsJQsvUVB1AMDpaPzVgWkJp+lnmL9XOw5qsI8/fGSM+Xm/7GS1/59dfl+cKrYSodOPDJRpvBHK93Aqk+aZHsi14MZR0ngvwBbz0U5rXbMkJA8ppXyu7WJhnJQe6Dw+aTILBP5EOR3EMEfDvgLncXQc5SE/EwwdsSeJt1j9KNZJE0pqY0HDQp31qEZUwYlc0iIlAKGPJxYn5KmVi+XboCJ/ychaQxiUQB6a0AC4hmjLPaC+Aa+KF+PGIKDMOKorQLQMHj5bPp8mlq29IWgRaBs4lAVc2uh8kPwLkPqR/Z5d3IFqdlz4uDE8UC+YoAlyFojiEiFAVYxh2QLXDiVBGCRa4axnruKEL/PrH69wTpc8GHr46Nv37PF/Dtgefz5mEeSHSrWcw6KOcjOS3IMQQ5/vYz26PzGYEmRIshMqTTrOBbrRURiMgw43Q0TOedkVRkcpGSRJ3rW857O4TDJUE1qJDYCPgRDi0uqBv4XhPJyQx84YH3nscJTWgYZ37JCm+Hgq+9R10P7x0CPd4pUVnQDlBPvvxEeukyOczCUc96JGI815BHpHK1NLcvGrOWzUZruGza2ja0RaBF4C0jYLL28l8Zu2Dir22PIhNwxT5Rf5O6Yqtz5bh3ReE4PwiNr9KWeppgrw6Os5nw3nzxBd+HF4SJFDiBNPW8Nc1zqa4ftTC415r5+5o6fOOle+j5+s/f+ztfvOx33GjSkyI0JHONSDKhaReSLmWuZDGl6adQR6F8x4u0meclAnR8sT/k3rjQvPz8h5L76WnBa/oEuw4Pjb2H5MskOlcOs7Cogbd4+SoxB67OKdUT3i0Lo+FGAkNiAxgrKESEZCxxbCWmwTwWsIcPq74NuxT4nlNEQcRQj0y0HNXW03pZ1lVA3eS0ABDkwIZKorZkj/lw+Ygun6ae9y1tG9gisMgImOzff6dWHbcBkB9I0A8m9TealpvE+a5zDoXz8Pmdt44QkqvKFegWJTIJo4FFJDFrYmJsdIwxrhtJdTimId7nYvx/E3B3CPh672Q1jbcYSp6fDZzQ8IsZ1IAF8uUYL4gMSZiwZrstJwSMrMBE+ODzRjEhF/iWgEfIgX3GwB2Fe2OIkR1V3dvgAZv6NdnRPeqcSUF1cncuskogeyTFGSbBgtwK6oUspGBwAjh1HHMevlAbHx8kvG2hRMZWhB5wXRBhTPioHyAicLQTnuLIzoQ5AITtGcIrkkcplk3QZdPStqEtAi0CbwUBWb3718bufvKhS0PVmZCivBWuuElcuUV8sUKcK7Kh5bwGByEJE3DiGEo2qZkAZaGhpSFOCLFBDPVcaupnrYmPWIz3kLDdZ6F8/PCBT77yen7tiNcZFPxwgl3QQ6BMSxL6Bihow3JDwFzJbsr+KupFRHMvkNMgCBY++ZCMIPOGnFwQE74+WIgDidMzVS5eyF+s/aOPSv+EZ3dNjmOnpGYF1Xt1zhYBlORGmJmyZlziE+rimVdwObIoC+uIT2Nj36CuUxQWLtrGkR16dCwnR524USney/jikyUfZX2ZxYrcqA2LeMjByAo85BubNJDEJLOXyfbqw1wm7W2b2SLQIvDGEaDnZsHUVwAAEABJREFUa792wvTGRvEe8pkPaVHd6MruJi2rrhYecDQl3GhLkQ1tWRQonUdqApr+gHFNqxtzNVNNFsM86mb2aErz91ia/12L8e7gC3q+6rfs+frjzRPkD2jrleadkxmbYMwzVs3CqN2WDQJenPPed9X5nopzw77B3oDXSu4WQ4YwTGAhGHOkMTSNurlcsJC9iPtUz2anltKFVfLuWRxEJN9SREG2AxHhy0xEzN+1hMB7Ei+Sr15VJd8t7K671r0tuhqZaapTYbBChLyWSjYxSBaqCGUW24AQaBOaBg3jFE2oXN4GJmkQvUaetmw2msxl09a2oS0CLQJvDAHB/v1u2+TU+H3P7Lhcqs4u58t9nLMm4PwWeLcCXgtwCjM1JNjwAwiNrUKz1eXyH/Kb+TDOXq95hGZ2LoX5p2OY+0qMfRKwufusnqfn639/5Wx6voAKSAVgnoo5GnnOW5IgQhtPEQSAWi8Ii3n0Zrf2vHMHAafqyKR6AumJiBM5Mw0u9IG8Z4cZNki4z5L7svDNQUyDMx+KzsrEosXdXr5KmrGNatE83caO5MUxprJGtfOtqamdFjBGzmdrRMA2kiSiKdRTz6tyIRY7jJRdR4w6xKujSqvAROK4N44xUQHLAFkYbTEyl8I2wcBKQJ+JvsT8N9qwbAIf5rJpa9vQFoEWgTeCwP79uu3lkULm662i7gdVig+7orxeiuJCruN1TGnbKXxzRbJAiTS1NKe8B1dEeAwIP04VhVOINZifPSZzp15+pRmc/ILZzO9E9O9Bnb45rusWwfMFBg+Yo21XUBUYiZdpA+gApvTKCUkYSRnasGwQGITkYkIvJesJ1ItI7hrsJwY7Q2jOUBaWqSqUBMJxIVBUYqCXxhUzZ2pg0cIR9tLBydJAr1IyHeoG3layZHXT0IsU6PnKOnouO6rkL1GZJYvzKcT5yPV9TOFtCaWI72hnpCxk1Hnn1Q1xo8cbpk6QRVQhSrydGlTYkNwg5N9MzkMwr6n1gKENLQJvDIG29nmGwNDztfWF7SvC9PpLA9xNBr8P4iacLzZ7X4yqc16Urc42lATGSL0SxQRIlEzFhsesk8tiHCA2/dnYzB1q6tkvx2b6npRO3t+EY088//V/dPTgwSmyIV7vrG4llaHzACRh0KGlBwkYpIFR8Cr5OjMPnNWbtxdbeggIpqaUU39poj2IdimkA8NOCpzuBkYmYKd1F/blLKpiqpo8CZhLTfTHemeqnK559qPN4yedT6EnFnsmfIvgLYY3NRtqmPUaCo9EhC84wtHIminGGMJME+rpOqSGp70tW6PixeuYqBujJh5cPBWiapTE17FEvZkGOBSpbhIwE8OcSMXneDi/8Kdj3hZ1l8RN2POWhB6tEi0CLQJLBYHTnq80b5sF+gOW5AOGYqdKtdb5qiqKEsO/O+QUNLQ0oQmgNQWnsixJgYAELjgie5xCGmB27iTm5k++7NF8tlva75SFfBEhPnEyNrNY1EBlkD1gWYRacSogCct6ZaHRB2cutGEZIDA1JTvuO1rQg1s5X3TUsyOLsoPkbwUC5AcEgR3ZTgs7NVNQkcTXjeBUAl86gi80FsWpIXPgCYu2cZ2+KJMfJ18ZFxOupYMa2YJQWaUyRVEMx6IYQN4FS3z1ibEZ1P2T/f4cZbYm6WQpsmAxg6+KgnitpA4rY0xlyroYxxvjEAKypERbQd0B7gi7MbJkkbQx//uiOYeSLmm8sXAO12bnO4e1b1VvEWgROIsImExOTvkrnt6xUubWX+682yXq93Kiul59ucH5sudEnYrA0fgrYxpcTgjAcEdrkpwg0sWQyVfDJccByVeTBrN1M38oNPNf5jLkPd0i3T861nvy5CO/cRwH71wEzxeGoUaFBKVgKAvzqiFxtkqSQKM/lGHldnf+I/Dpw+6VF6a7qtZT5ypR0ioRgbBDDDsDwINXBTkIwBoQSFSVxlTrJNK8VI4YFjl0bbRI4lZA0ziHW3FmvJ25rcCwkMcUicyQ00CEugakNJ1SPKV1yB6wRdc169QElNGwEqYrqUYhQk0Ep4MxNmYzAjOHeIvlI+6imc4k6EwwawlYBqWVFoEWgeWFwOTkr7kjONJpxLaJ6PsV/odJvK71vlxfVVUnv20jGSxETkeJ8wJArgXJH84QnA2QmBEojUb0rcZcM5Pl5aj1Z80Gv2OID0jVeWrN9Nwie74wDFEBk9PCnMT0a8WYl4XRubq1er9OBDaXI16rsdEU0hg7RSlgpxX5trPzkXLHjb3aRLidrpBgqCl90rDBipPj8XT+okWNiGcYUy7pqWohqqCwu4oxIHEsRo7FFCMsZQYGOKdSFD6WZTFbep3VonjbCI2zWNDBtYp0cCX1LnzhoergVMFjUC84pxBRKpvbQDQhbA/YVJxSSafop37b9MUSCLoEdGhVaBFoEXhHEVjwfD13crAqzo1eoVLsglR7xRU3iCs3kYSNqnovNKQCfmgys9lckHxMof6kZkj8BL7ENmc8X3HwVJ0GDycb3GNFfGAu9J86dNffP3HgwCfzmznPWvwt8RZUGZl45fk0p43t+JaQoLFOu53fCPS18J1go0g2Qu7iSRaGD55sAFnAPiHCvkxBDsadGfkEyHCsD6Q5coc5nbHBBRcgdytWWLytQCiozQpyFop6zcwwi4DMhaPNqCAlkzFmAKSLoLqU6ERnvdPZbmFvF6GRkFCSVo1DMO5UClUFoRTwkzeBUnGhYEi7hMuTwwNYEMg0S6crdW+bXcASCGzzEtCiVaFF4M0i0J73lhGYzJ6vI0c6VtrWiOo9UdwPmlZXwXXWuqKqxHlEGsvEGcs5B08RMND4g3MAU5zA0lCS5dWPAZowjybOHYmp/4cpDT4NTfc1IT51wpVvi+cr65Ql0cItzEk09VR6QV1mnpkMODtgKGjDeY5AT6a9Fb4XLYzEJvhIxpDIxBaazc4x7Ac5Xsgx9m+KWUrs1HEaKZ2Myea63TC4667FJ2C+KgsRN+7ErVCRoQeMzEWMn0QVh31ZHATeQGZoSSw2USID2zULkdkmuciqi70N/05gqYm2QleQeI3xhh7Ej/DKUKhw5PpkomTkMsrDUWgJaimIYUZNZ2qjAeHJy2XLGCyXtrbtbBFoEfg2BKZ0YuLjxbP1zOr+qlVXmBS7knN7RIvr1JcXUnpCxiWSzSVPZCQitOs65F20r2Q1zLcsfCOPIf/SEaHpz6bYfyrFwUMRg7vNZh9ooh068fCnTuBt9HwBAyqWkCRIkigLygqGH1PGFLKz4TGPWLndzmMEBskKTWElJ/txduCCwtbKUEQE3JjFfsyOnbs0C2BkD9wFsTQjIAkz6x/44EaSmqkzVXK1xRBpIkqqspIarYIqCRh1VOWOri4xMQjvqxRHEuOSxKxpRGqaKDHNSkozLi0+oZmcnHSPPdbpqLoR9bKCOI5SE2eAiSgESviE/JUZRA4J1JcCwPHAiQW2ak7RzJfNbK7BknNje6ta6lu9QHt+i0CLwLmJwMTEYXc09kaiFhdH0fdF734wuWKnuWKNK8vKFX7YMKORpB2FiIA7HoHGdMGg5vkJnCWEgtggzM9Qpo9w94cuDT7DWg8C5TPHgTm8zWFQUU8NMI2cCRhLyg4EinICoNA9JlAes11ow/mOgGu0cqprOeGvc+KY9nz6fP4QiAibz95KL2+k5D7NDHYgY+ZwCXIOFuechOZt+FWh8B4SQqpCTGtiwmqqV6qyzzoH8Spg2piZjC9DRq6TvElSszqa1TwzNrMuRcriE7BD2ObD6rExK9Mq53UlPEYSIpWJps6JaimAI47KseaoJ8ChCGewirU6ilBo/kOsoV922Vosn6DLp6ltS1sEWgQWEFjwfB1buXY1RkauECluhhRDz5e4gp6voker6UQE4MY3WSAngIV5yZg5PGZstKKJ5CbUSGEwm0L/qdTMPYSmf7fq4AGE+PTxA588+fZ6vqjocMs/sExMUbLFhw21Vk5aWYSxDNvCKu32JhA4t07p6EhHxW8UyEaFdBVKV1IWEUHuCOzLZ5okTAz7doKFFMTStFo85UXzd5SMpYu4TcnOf/eo52AbAWQ9gHWUEuRaFOBVbak1M4wCUyB/yZHk0UIMEo36hukyngpY5NBDz/eTHyNNHU9mI9S7xFAhUFUH0fwi5wDqKRQHMfIuyc3xYpFuybrQSHJr86cGVesBQxtaBFoEzlsEsucrjvVGXJSL+WL63iT+/ab+SviSnq+qUl+A0w5iNuZDFGgqOeVwPkKiyyvHTgWONl9yzez5auaQ6rkjkuo/VDSfkZQerGu8I54vfFtIPMqtYQOQRWj+syiEkwHasGwQSA4jCrdNAIr0GLMPi7Ari7FTZ/qlTpBFSM3AzEiHVwh1bTEeF9hxLu9lAobFDJOTuWOuK51z46okjKIXiqCifmbGvjwUHp3uzwA1A7K6eQ+2p2HOKW841Zgsur4zwQqt4xh534qmjlUMKaOoql4gKiYEUwQQR48YX33ovWMu95GlqVGkedqi6aZfz66vZxedMGIJBV1CurSqtAicUwice8pO6c6dU+Vcb+3a+X73Kpq+W8TKW0TctarFhaK+J6oOtOC5bTScEHEQikFp4GlEkWVYSoufKA0s1bMWBk8xfkhTfbfm73zJO+n5yvqdEeo4nKhOT1iZg7ENnBVIxM7UaePzHAGZnJz0GnXUzG8QcetVhN4whbA7L4gxbYSBIgsy7DELZGdgyV6GUQrJXyxkvcXbHh+cLEKRxhHCGnqUVvFOo2QqXpW0aqgPnURDHTn8GA/1ZB8fxhaRrGnYguPqmuMrZSS7gXmJxdt0IFwqtQtsENYjWgfmxLliKEa7wTZg6JyToYaJe9LdSNIbySbjLBBPwdKsnqz6Bw7k79ctnq5L7cq61BRq9WkRaBFYHAR27oR3q/sjsZbt0aoflFR8EOZ3qpSraTBLR+6VaOBjooFXgTqFOC4fKAV5RYSxuWz1aTOz7ST5in1IGhxR1PR81Z9RFx6s36HvfOG8DpxSwXnrvG7j4jSO5MsdObKuEyPGYG61mF9ZuMIX3hv5F9iB2deFBCx364BAj272NImwiDsR6SfIS0h4SazpY5GDn7cqFb0LyKkuiE3skPyh8CqFpyZUwiyCPiUK8hEi9wsSENNQBjGmV0z9K0VxatEJWOpbr6lxkSS7SJMb8VKi9B14X1IzoKG+kVpGrovWqbHaBhZSsGhNTayPh1QfrV2YffzxNQ0wlTv6IiO8dC6vb16V9swWgRaBcwOB7PnaX9qaes2gcVfBlbvVFbeIlteqK9er+q5T50ROmwNOPMjCnYF5ppz6KUwPKUBemqShR2pmLdb0fA0eAgZ3Fzr3QPmOfufr3HgarZZvLwLfmL6sHIyMrmIPXmvJrSAJ6wB82xj2b75IsFNnQgPJc38C6KJh2rIIjM4b64voKybxaJobLDqh4TtOt1HdyAG50TvXcarg+xCoC8yob6KOGULhjjHfscIAABAASURBVGKARCQxSVFcmhG1E+Ls5A1bX5w9cOCTi72kJ77sjBS+vKjQamvpy57XktA5WKJyYMiRGjVMiNKQfDWMg7Alg2TxiFl4yQebI/nKDTOesWw2Wtdl09a2oS0CyxKBnTsfpedr7Uis43bAfUDgf1Bd91JfdMf4llq47OWieQdFmVbOTdl40mOAGI1v1WAQlnJusoSUGkptFgcvpTD/X2OY+UxMgwdR4xmul9CQsnq7nWUEhNeTvGPcbngDEGg50ompt9FIamDaNRKDYb9mB0/JYJYohoyukumoExIeg7KXi0QSmNSPKZ2cH/RP0f1FLw0WNSQUvRR1i7piS6fT6ZVliewFi01AojpZX5A0DpWgvpZFDHDSLyv3YrdXHC565eydd96ZWIcF3C/OJlNTU1J1xkd6nfEt3c4I9R3teldIqKOEQSMKE+8UQh2hCQmROVTeEW6HgakdZqMO1zZHaBdHyaV8VV3KyrW6tQi0CLwVBBY8X3HVxWsbv+Y6Kap9SXRPgl4N1XWivlLl2oY63kQAY2TZJOTjLDSfnKxoLmktWUarT/KVUqinLdRPpjR4KKX5u+u5Yw/MhleefvLAJ08eeFv/zlfWqZUWgT8ZgVLLUS17l4grLoEWI6IF+zP7t+S+vnCusfNnYrMgkZmZu8RgkqYT4jEOjmO+dtMr548HFi7StvAfKWLZWWGus82cu0ic6zkVOrVsKE5EHPUWZH/YUMxkqDU9SqmvHs97n56vNOUXoTyiF0lXYGLi4/5T//HECvLXtcncejO/WuFKFW80FSB/RdZQSQ6FgowxJSm9dUqtnfUh8fkk9XN8C8z6LpquS/XC3+qBS1XDVq8WgRaBP4rA6zrOnq8Zt3ZEivIydZ0P0zb+aHL+iii6gtNLQRMIZAsgC6aRzgC+jIJ2UyFaQJVLCcI075YNqSAYwiDG0H+hbmb/66Ce/ow1zYG6rJ85jlXL0oASmnZb4ghI0V3hit5O78orfVGucL4EY/G+EHUeUGELDMkimoVfPQrfMpiZarHmJaB5nkzi6Gh8ZfbgwasWjYBN5v9IAXSo5xqU1XaSxW0xppGUIhx1LL1HpyjBZT6qrAAHMMdsisksWZBksZ8sPIvUf7aRZh6LHE76qksIN/XrsGWubyv7tVVNJFLUzKvCZ7ZIdmbUnxzRsg2h4lRbQAqGAMxFw3NI9XPz7sSi64slGPgUl6BWrUotAi0CbwGBBc/XqfHN66Q3dn0Tin0h6t6k/mpx5TrxroIjs+LoN+SX5Cyg5eScg5x5WgDmGYVm3ppkqZ5JafBUiv2HwmD+nvnpow/Onnjl6eMH7nyH/s4X2tAi8CcgMKU7dnyiqufiqrqOF4eEiyCup0PSxT7OISAkCsLYzEjA+FoCplKy2Ay4+DiYN2ueV22edZg/dfDgnfXp7yn9Cfd880VfOzZTHev318ZoGw26wUxXc/QVgJC8cM/hqdRXqS+YQzWREodlihZCIyHU8yE0z5IwPqODZtFfiAZ1d7SO5SURbodpMZ5QuJhIrhI1p57eCVSE2hssBFhMBiBnUOM0HywebyQdrp2Q5KKPZRjYC8/BVrcqtwi0CHxXBIaer9VrR5x2L0u+85EG+qOD6LdFKytXVlKUlal3Rhtuxrf+xLfUbCjVOah6WkhFjBGRRhMsgzWWwnxMzdyLKQ3uovwXc+EAanq+VrWer+/6INqCdxSBHTuOFtarxgdN/4KZuWbD/CCsNbGS7iSL7NeRfd9IEEBJEOqq5pxP5A6pqftWD2ZngfBU4dIh5xLTrLK420iYry9uYrgkRIwncQwezmmyrDHHY4oJJGiUHA+FRDFIUw9QD+bnmhSehtZPd7vNousb1a1IgqvE6VVld2SFr3pIxCekBEKa9Ub2hJE+kn/VFpoaBj4BpaMxNq9Q58N1sBfF1ccPrZtd9O/WUbUlt+mS06hVqEWgReBNInDG83XZOnHrrofr7FMt94gWV5m6VSbOieaNw54bX01h+U7DnSB/lJaTG5Ait2CW6mRxMJ1i/4mU+l+yNHdvSPMHapB8Pdl6vjJ8rSxNBPqVH5nV5iKYXMKuv5aMoEeG5UwNfL1AYwGB/ZzLYIAohJL7v1pmZ6FJIZxUC4dKHw+VnfgqocHZD4KpKU3er6COlwJyKVRXUB91Tk1VjMSF3i7jmKQkWEpiAFvGHY/IeZqTIYaX6iYcTjp4uTsdBrloUWT/frdx4uM9s7AuGC5NIhdr4XtaeqPeyIqlrDEl2xRHJZS8CzyGUfGU+iSSz4YUDgXIsUN3faqPO++MrLbsNl12LW4b3CJwniLwLc+Xuwyx+Iig/LD6zkWu6HjnCxXPqYV2OyIhWchf2qV9FECEx7TmNJDCcqUJZQ4k1Za4fhPruRdCPfdfw2DmMwiDB4fkC1j0JQ60oUXgLSDQuGbcYNe5wl3X6Y2upJiWzpIz+r6iNalBn16Zmu4mUU9uVmA4EMgOvGK+cHIUpk+FZM/MzJWL19+npmTHfUcLV7nVUnSuROEvd4Uf09OEJo9PMR0O1BiF5Mt4pNGJT57sjDLvxJ6BNU8ixJfXTJezBw4s3h803fjkqoqPZW2SsCUB26jShSS0dKsTrYIedKfS0FNXN+RUtClOlU3y8OroSafdqcMMSdk3Ki+PdWDTWMZBl3Hb26a3CJwnCCx812UwsmW9pDU3AMWtkGKvqOfyQLFKnHfqHESF1Ms4xyTkt9Rh40WYptBQmtGc0iMA43ut1clsMG1x8EQK/S+RgN0z3z/14Pz0zNPHD3yy/c7XELx2tyQRoIdm855f6MLL+gS9GqJXOF+MktQAjhwrv3poAn0xYI9n/wfMOAYYpRjEUuwr8EKhdkgkPj8+PTi2Z/Nz9WK1dfPvnqxwDOsgaauIu4SyCaod4XiFZL1E6Lnm7flqZEDKimc3nhli00gK9YyYPeaTfZ0E7NiB4S+Rp3LTeM7Z37rVilGvnUu991eq9xeK6ihf6hy1MRA4UHGqKSllXW0Y1EjOzMjZ4gAxveIEjxVOHtduOXP2NTx3rpjhOne0bTVtEWgR+GMILHzX5cR49MVOkeLHKD8qWl0ErQqIFxpEg8jwPLIqSeBsowpRBxZw8gFjWkiSr5RqpDhvqZkLFuYPpzT3Bxbmfsesfkjq8PwrG7Yuy18rDcFrd+cEApuf21yKNqsk6RYzf3kyuZh9vrfAByL7ehT4JFoofFlCXWkcFxbqYENC04QZQfyaIDxaJH35kkuOD+5c+JtaWIzQ8Z1RaGe7g15hgs0ck+PgwGVMvcCBKyLD8erNJFMZ4WA1CSHI/Ow05mdnTkiMX+5U+vBop3sCixyi2WpoebNTf3PVKVcXZWFm0ZrYcE9/mAiEtkXEWUyks3VMIf8NsxAbTfGEWjysIX2jFnmqiNViLu0uMhJv/fL61i+xvK7QtrZFYOkgsOD5iheUF8aRTTeKdG8j+dqj9Hw5X6xULQQQJKO95rRjkg+FqUy8svCNmuV5A3PNAsnXACn0Z+j9esJS/4CF+XtSM30gzM0++8pj/9c07poKaEOLwBJGoNPvjLrB6GXej1zlfbWV42AVyUyREJHy6we9XyCPESekOQ4gWeCKGWKMhhQbsXSUcpBvJgebFI6TfHEtjQPkrLd5v9u27aMdi7LeFaPXl757fVFUF6jzHajkudl4Sw5YFYB6cvwmo1Ycz8k4mqlrioPjKcw/Z5Yeq6ryKS3TohGa/H9kt976q6vqWreST12dTC8VcSPK9U+QEyZEokuqm6ESZmRJmmKENU2UWDfzSOEZZ/GbZJbPrjty6Nihu7BonkVit+S3/JCXvJKtgi0CLQJ/HIHs+ZruNeNm3StVevu5avEj6jpb1VfOuwKOhtEQLaVAk8j3f5hAPbLQeCKL0LALFLTytOyBk1AfKc0fIfn6fcT5T0cbPFS3ni+04dxBoJHeWsPIPud6+zrV6Jqy7IIUxgykLyReUL5uCEjGjCNCzUhsLJkgpcRXknmn9hKgX7VGvjYI84v2HaVt20YKGR0fJ+m6WIrerUXV293p9FaXncqE5MWG9IvKCskXlTaDUUeLHM9AEJU4V3l7svTytULTs5aa488t4lLpzOr+SBPixQ3kikHUbYOAdcGspJqmVJP2RgSZitHqJIqJGXVP1J3eRWma5pTE8IiXwZcrwdGFv6k2ZVjGgbAt49a3TW8ROBcR2M8358mPdsLakQ201xOi5W2UW0SLK52W404KEXBDtm0GGbbRGHEbHnGaYWzGSYi7ZBF8mYbFwQzlmynWD6Q0uDvFU18KfTzber6GALa7JY7Atm1TnXU7f/lCzv2XJnPXCcrLve+OFfnPriywA7plSAw4LtjjwVcTvnBEhBAYN8JxMMcRcUiQvq7JnpLjzZHDBzYu1t+nEr9qw1goy8ua6K4z0ysAv0no/VJ1EFXJAZZ/AkmN+P5kxgGLtPCi1PQlxf4pkrCvepe+IoV/6bl7/9784vyacEox8fFibrpeN+inGxN0Qlxno/iqK+IEAhqXvBmoHDfqKLagcS4VKi02i5ResBQe9dL/evInTwJTrAOetMQ71iKqp4t47fbSLQItAouAwLaXRwqL5Sqa6KvF9X4MUn1YtLtZtStOS6goEv3+KURRE+aJsO6CJjR3Q0M+jBNtYoMYBmiaOTR1/4UYB59BHPz7lPDQoF+9+PIFFyzWBLSgzxvZt3VbBP4EBGZ7syt9UVwXYLtCcNtj8mtUi8L7AkVRQJ1IjCZNCBJCIvFKVjcDa5o+pbYQ6mOU+8Kg/8WmP//S44+vaUgSOFL+hJu+uSLZv3+/1j5d4Fxxa4zp1jpiLVfp0AQzLoeSdnHMkoTByF6SIVk0S2ZCQiNc6hv0pzE3d/JY0wwegKb7a5s99uZUeR1nTRx2K2M90ki8qI7yrmTu9qo3uro3MhaLokwKtZR1jFFSYgOQUtYaYhk7oe2pC6cvlYU+4Zx/NEh8YvTYK4u2VPo6WrRkqrQEbMk8ilaRFoHvgcD+hb+/k8KqjRbGJ5JUtwrcLar+StFihWoBQAC+g+YtpzzNnxcHGkmW5BwKzaKBH3q+LDWwWE+nUNPzNbjfmv4XBoNjByzOPPfywX88g/Y7X8Sz3ZY0AvTOrJr4+Lh2/UWq5S6VYkJdsUHEd01UQYKgqqLiBVAODeEQUQNJg0XStdg0SPVxi83TIdQPh/70o8CJE8DUonhoNk5MdR94dtMW5/1O8+WNJv6KBDcWyVgykTHqJRBqmnXmyBUxS1Q7RYBjlrr2LfafT838N2NTfz1OP/PMse4j9N5hEYLJhb01K3sj668uOyM3F1V1rSurrb4ou+qrBMk2x/G+TkCdQQ3FcivYiKFtGfCwmWHpY17kERf1mWe+8E+OHxz+VwHWXuYbO+cyR+DcaX6r6TJHIP/9nU6ns1Zj51qz7n9jVnxQtNyo9Ho55/PbMSwFJL7hOwP4zi+FengaSQdPg+5oIhXga/SCRQ+gMTewOoBxAAAQAElEQVSx+gVF+IylwW/C2VfUlUcOX3J88f6QI9rQInD2EFgF9ApLF5FSXZuc3yuuuN6XXIovS/qMyLMS2UsSBo4FV6LQyjzHi1M1jghxSLNqzVOK5hFRPFoUg6fXuHLRPDS9sbnV4nVXUrlNXHUZCo5pXxWi3jg2DTAqzRQE1BOOYziTxUiyGJt5OpcGx0uf7q8qu6cqwuGXL3i5j7vuIjs7e5guXMnoqbtTNXh61zsfLKvuD42MjW3o9noQroxGeryiiUZzToTqawEVl7L+lmp6GOclDmYk1rPHUqzvR5q/38W4eJ66BaXPqT2t8Tmlb6tsi8DyQ2By0q9/z0+OaDmysUkjN0at9qnv3iyuuIJGe4xCMyg0ioAIaAQpTCoEkihGGcbItpFCW22ZfDXTsOYbZvE+0/h5CycPpNB//vCBT84tzndJeP92axE4WwhMTvl1kz83Wmmx2VxvInm5RZy/Qn1xofNFx3kHcECYcQAAEAPJC8cC1PiBY+wl8bR4wkl8RFPzkDl55tDDnzpxYPi3tHBWw7bJj3a27fq5C+vZ5ooQ3G6D3pjUb6QXqWeiTunpGmoHEeGdxYxjlbtEGXq+uEAZB9NI/We9Tw90Oumh0bHqFZKvwOqszP3Z22TH7l8bu/upr+xwrrgBWtzsxF/lXbmC2FIvKmuE1FSBgtA6wkwKzCxQVwu1WOz3U+w/Z2H+69bMPRLC7OP9Tn/m7Kl47l9Jz/0mtC1oETi/EVhfbqk6/eoCGsDrEoofEane74ruRl+OiPgCxlFMNxZo+8TTjHvnhAHIqwAxIgUSrpR4nD0BDeOaVQc0880LMQ1+O4XZ/4DUtJ4vtOFcQmAdjnSq+bjBpLg2WfEBiL5LC3+BK0to6SFehZ2cowMCM0kxGceCpYZ+m5jEkSgUEhrv4ktO0hdZfl+9mN+lmu2tjFGvS0lvywSMcrmZjlJvM1tA3qmKU6GAYzQhNLWFpk9OU4ukpi+p/zyJzUFJ4UtFUX4tdevF+JUmPV/7dS6GDfB4T4K8T6TYBik7yahGhCUDcaWaSpCVPsRkGduUUkNdAysMFLF/HGnui5bmP5s0fNM6xfHF/JUmzsFAEM9BrVuVWwSWAQKTfMPfyTf83uzqzc5W3Qip9qkrd4n6y+D8GLwTKOcWIadCFEMCRJilQ2E2C2jZE/ONkgKt5CClOH8KqX7MjMsCTf2F2eljB1I9e7j1fOG7hrZg6SAwORwXU6Mjg/HNvlw5UZTdfb6srteivNiXxYgrnQg3wAR0AbPTc5AYGZjxMEFiFAo0hmmx8Jha/FKh9tUUXliU71Kd8XzByiuc79BL17nZ+e4O9Z016otSnAN5FyAiHM4UAXU3Q6TqJDOx5htUXntsXoQ1DyP2Hwxh9olv3PW/v/L4f/6HA1Y+W5tg/363auIvr/jDxy7eQQfhjYDbC9HrVYo16gqn4kWgUCqcRbLCAqjQ/MDMmkBuOGgkDF6hjfmmpcF9EmcPJJ1/YfF+pYlzNug5q3mreIvAeY7AEb7h9/MbPsrrzaoPiSvf63y5SXzhDJCEZElJvCRK4pJipIQUs9mGKI0kDbuIgMYcAtpw1DSQszHWM8+GwfSn0/zMv4fMP9KpiqPtd74IU7udEwgcATr9+dkN6vSGouh+qCw7762q3oVVp4uiKuEKTmscFwmNRHpkktHjxVHhNBnpg3hANC+RNYMX06D/n+v+7G8Pwsyhl1Y/O8BifJeKni8HXA/1k3CdSV91r6+6Y+P5f1MWRQV6rOHIZpwKmyQQkMnEYEbdVaI6Fxu1wVFB/XUv9nsqzWcrP/syznbYv1/zL6yrgM2i/vujuR808deJFBcqiWLhiuTVgzEYk3vpUFWh9fHE3DvTGAYaBnMzlvqPOhvcC8P9oZTHxmfWLYan7mwj8LZfjz31bb9ne8NzDoFW4bcTgYmJjxc7dn9iRdMvtyQZuRHm95qUN4lUl6ovx5zLbn++1NO60VbD+PI5FCqZYNkPRmHMfGRBXjNozOLgVEqDr6dm/r5mcOrzs9PPH4iDQy+0ni8C125LHoGdO/eXW6/52VWnpucvhnZ2Qct9Zv4m0XK79+Wo43I8WQGMryYmfOHQBHVqTskTYEBKUL6gaGpmEJtvoGkeqAf9e/rHjnwFzz53jOQrEASjnJUt/z/KTbs/sVlddbX4kT2uqHbDlVeIVuu16FTOl1BVEi6RrKJmHY0hBViWWAekeoZer8OQ8LBY80Uv4aHi1PNPPn7fpWfxu1RTmm3OZS9ftQr1tiuK7siu7FVUrW4k+dok8CNiXLHNDkVQXxkGSDZBKVoiWUyxFkptsU/PV/NNSc19inA/dX/i+fv/0dGDB6fqswLqeXYRPc/a0zanReCcR+AkX5Grst5sDjcaih8yK7/fUG2Als65Qpz3piqiijyzIO/FKXBakhjqGNDEBpYnIr798400Whg8Jyl8OsXBv4c29HzNHj18SedsLmGgDS0Ci4XAjFs70oherKq3mFY/AhQ/kODWG/JgcMPbRvb5EGu+gASoEys7hRVlkd9GJNVcHqv7ZnX/sMX6t1OY/02X0sHO7PTx557DWScIlsIaF3GLwb8PvvN9lOtFq3HTgsuLimTkhDGJpUjCRbHIZIPENliqhToOmmbupdDMfTmG+rckNP/Fqz73+OO7G2CKZw+b/JZ3ExOHXRzrjfA97RIV937nqw8V5ciNZTGyyftOJepSoJ5NCMpYYyTFtURdU4ohWF33pT93Suv+9LSgftS7+HlR+a8h4sH8va+3rOB5fAE9j9vWNq1F4JxCYOK056v0fovFsRvVOntVygnVYodTv0Lp+QLZFmcTRqftr3AIUyyLKgmXIgkQaE0bvkWH1NDY1yej1V9PVt/HN/+7w+zJh7pHwguHD3x6rv21I9qwtBGQ7EnacsOvbJTO6ivL7upbXNm9FepvgrgdED/KGKIOIoLEZfjEpTuw/5slkhljl7cYmzgXQngxheaRFOt7bDD/+SYeOxBx8oXnnrtzHrgzvnUYTCYnp/y266dWbt791y9VG70pSe/WKBUJY3k5SeN6c74ydZZEOC5BnSlIMJKwROIVF6Rm+pil5smU6gdirO9uBoMHZtMT33h083Nn7y/IU9f17/mlkWPVuo0n4th1Ick+wN2q0Bud85udK0a9K5wTb2ZiJIxGTS0JTh8nSRYFqelbGDyfQv2oItzrXfNFK5uDzz70fx4efu8LbfhuCNB6f7eiNr9FoEXg7URg6PkCNsdQ3hCt835D913Odzb6suJWifc03KmRGPIfNwxUje/+qjTijhMPiReXCJIIYhY1xsEam4t1mnuuif1P87z/IJIOjs7744cOzTa8QLstfQSWs4YyNTUlnVSs8cBN6vT9Zaf7I67s3sHBcAFcIXBK7uXgHGmDAuz1lDw2EmIMMjszL9PTc/Xc/OCVehAfjin9hqbwG4j1wwBeOZvffZyc/DWXv5+GAtvoJvpBQ7Xf/OgdyXUvD9IZiVKkyJU8Mj0zjliIkY9p4hA2I/EKdS2hHmgIg9mYmseihc8J8Jts1e9pUz879FbfeWfCWQrry5mqmoskhbg+Rf+RCP8REtprVPwaNSmcanIkX0qP3TCGS2AehIqLiYBUEsl5seOFw72li58B5HeDiw9aKo6jDd8TAXbZ71mnrdAi0CKwiAhMDD1fP7ECyW9p0J1IUuyl8b5BpNyuWo05VyoDVAzCt2W+f2IoMGpFEw0dHqahWadpp3GPCClafSLQ8xVi/74Q5r4we+rIQ3jxxIuHDn2qf3be+Hn7dlsEBGT4ZBcunJ/xQmrZ7Pfvd/mXg5dN/A9rfuPTg8sQOxNadG7lWNhrUl4L8VtNfM8kT1+OAHFgGCGzRE4TQI8MUhwgNvN9Lo+9OBgMHmvqcH/dNJ8b9NNnQ//kgV79/Fn71e8kPUmX7/vY2NP1y5tmpqevN037xBe3i+vcDK22m3RWJSl9ygRGSGI4ZJNFEsQafCmirrWJNUGsPmmpecpC87ClcLfF9AW+bT24Lkx/85lH1p887a02vLUgO97/iWrj5MfX+rm0I1r3ppTKfSbFHqC4GvAXAFIRTdCoxKyqArQ7zCG+KTTUuU9+OJhNsX4RFg46xPu9pC+ULn1xBP7gs3e3ni+8zpCxfZ1V22otAu8AAsvglif9bFea7ibA3RBRfoD2792UjTTg3vuOqHIJgO/OKUbhWym8U4gIDSS3xJknJSYIFNMp0UCmgVnTD5yEnqWB/61o8/8hSH2w9XwRoyW/ZfLFZ4szcVaYz5jzHx/yW51888WWvORf4vXQW1kU8XKIvF9Vf1Rd792i3auS+bFkGpPJgiQkvmmkEBqLFOESJGyAMJhBaGaOS5x7CGh+JyH+RlT5Ld8Jj4/GV2YPHryKTO3sQPFC80y3I26DJJ1I0B+jfj8mvnsjV/DWq+sWkIK6+mhwUdQZRy/5VUAzmMf8zAmt504llcF85dPTDvXvx9D//yGF37LY3Nvv48iBAxvpNJuys6Dt0KNoJ5txa9KVNBt3RCt/NKJ8r0h3K7RTGj1eySTEGENsQrQYEgmtUSTGvtT9Ge3PnRoM+qdeDPX0Aer675KFf63AHxaxekxnqvbXjm/gQRG3N1C7rdoi0CJw1hCYoOfrkomPj/d11UWhWrEr+XIfXHEj1G8XX46pLwWah6jAEu0vNwE/onmPYTBmskz4dooUzVJDo1mfYPy1FOv7Yhx8od8/9lCn01++ni8hUlkYkcRwT8yGhIbJJbVlJSkk18YnbNRtQYzaZiGVYN75ty38Ci97kS6a+PiGMoxd7m1sl7mR26DudpPiZkh5KVCsg7kypez1Uj5KjgvSGlIFpLpJ7O/zsPplpOZJi/0vx2b+i8kGn3ep/wWRufuP7Xj0sefv/5vHDg7/D+FUetM40kO3ceKDvU03/9Sabbd8dFs/uWtmQrknSXk7x+0+aHEdSMhMfY+xg3g+PzrnjBKSWIzJQjOwZnAy1vPPxWbu62LhAa/2BW/hs+jP3jvfnPzq4Qf+P8++9JW/OwsMdbU3qa+csTOXXfczG/+fz7x8ZYjlTZpW3KpGryKKCVi1w1COwwoHU4IqVDR3wKApDDQ2/YQ4yP9X6KiF+adiM/+VFObvCc38Z6n/Xcn69w1s/omv3/83z7tfO75JzF/3aezFr7tuW7FFoEXgLCJwHOjVli4SlCRf3R9OvvoB+HIDSi45VgVttyIZbV9saBEBETDogpjQSGYBlOZdU+RxkyTMNxr6T6uFT7tU/yYrf210zB8/tG6ZfudLM15CGF675bnsjLw2/51LG58nQD35kI2S+EyzGLOGgsRP1vn8++pe/hXecRzvNU3Y4JxNIMr7E9yf5Vj4bzgmJpIUG0lmKhPP4UCOQJKgyaskupMCF/yagNjUKdX1iVQ3BxHqP2DGv4I1/1LMfsea9OVOpznOJbxMugxvMWx8sl91dWSNt3Q5dX1XSv7DAyt+AugNEwAAEABJREFUPKD4gPjONimqThKhiy5y9JoYzJHVkFvFItS1a/oD6tpMawyHCkn3Ftb8FuLgU0j1v4kx3ttU8Wnahrm3qGY+XTA1JUdjPUJttkSfdkXTD8HKPy2x8yGxzm5nnXWCSi06S1HIDcWZaeGcK1WE+s4XTX8mWjN31KX+1ytpfr/S5k7R8Bsx6W9b0K9Zatq/cJ/RfhOib+Kc9pQWgRaBt4DAxGnPV23uItHRm4Bin4GeL+e3w/sxcYWABjybbs44MpwxJGcp7yqAKYS0Szgzc4IBUjAab85Cg+NIzdck1fdrmLvHNdMPdzonXjx016f6nHwi2kAEhmgyXkJbVoliWfhkz2jGQ9KwhaOczhRs4ejt2r8993mpPO7V0+Pr3AZVvQwiV4WUrqRna1tKtjLCSAoS31Vs1izNIKZTSPGoxXDYUnzCQng0xXCAx/daqj9P4nWXD4O7MDhx34pTg8dePvh3Xjz9a7wM41tuVBldGZu4Rky2QvQKxjv57HYkw3rqzjcnqxPCnFkzw/E4LVYf55jMnrlnLTaPpdA8jBC+aCl83ln4nEfzWQyO3O2OHnr44t6Dzx4/8MmTOPDJ5i0rmi9w113aVH4U0bZYksup49WWLOu8mQR2HHTIIaW5FONMCmEaKZyAxVeAeBgWnkyp+WoK/Qct9e9hOz5XoP5sV+bvLmzuwNEPVt948aG/+coQ2zvPxq9Is8LLS3R5NbdtbYvAO48A3257qOutov4mvmz+kKF4VxJ/gUkBuMJMBU2iCecrKQ08xHnadQcmwAoQki8VhROA76y0lXUMYa4fm7mnLPZ/m4b/Pwni12SsXr6eL5zbwfiUhy0QAyRRGOP8DGWNkuRpJaAXOOcvBNhzm8HcoB68HEL/ZUuDl1PsH4XNvwLrv4Q0/0yop78e65n7rZn9XS6L/duUmn+WrPnnJBr/wZl9QULnqbG5lScff3zN2SEy+FZwaaxUcWtgtj4lHU8cscniMbNwOKXBS+QzL1ucO2pp9gjSzPOIM48jzHxZ0sznJM39pqT5Xych+xew+jfE4feCw1eq/uDI6tXPDu46q3+Jf0p2PNd1RQijSf2mBNmYYurEEAeW4pGUauo7fySG2Vdic+pIitPPW5p7CnH2q6GZuSfEmf8sNvjXtCX/HCn+C1G7k57Fu0MZnxjPf9l+asqIShZG7fZmEGgJ2JtBrT1nWSBwths5MfR8/eXx2roXzeoYlwOqvXCd68RV25yreuJKA4lV4o0TX01zDHUQ8TBaajMuNtLrxTdY8K0VFqPxDTsghWMSm6/R+N8f0/w90OMPo3Oi9XwRx3NiE2o5JFo5pvyRzXic+0KOzzqb4LXf6a3oDPi6kRq2bxrQw4wfiyk9kFLzebP4eUvh8yRXjOsvMP05vmB8jl6Zz8Zm/q4Q5u4iAbsrpv5ndWbmvpGTzz765N3/4JlDD//9E48/nv9P4lQ62+3rdySPvHl6vUgI7RAMj/Ae98DSZw3h89TvCwmDLyANPm/Uy+Lgs4jzd1mav0viqc9ac+rzJke+uGLuqYefvG/kiafu+z9e+spXfn2W5CvwOkY5q1tSrXnBkxA8n5C+TuNxgMbjHr65fd5ic7eF/j3U8e6Yhjp/Ftb/bAiznw3N7F0uztxVyOwX5uZnHnjyvd1HnzzwD5595gv/5PjBhb9sf9Z1pZ7LamsJ2LJ63G1j30kEjmNVD2W9tTF3U4jVDwYr3wXtrPNlLxVlZUXhLVs0TjoiHJnqHJQEDEPy5ci5hELzGRNCUyOGQSQBm1eEQyrpdxDq346iXxPXer7eyef8xu49fOI85UzM5DLbNhSn5stqcDiG+LA6+Yw6+9de7FMKel0k/jOjd0ut/mcR4Z9xBPwLgf0rFfm3zuQ/u4gvSlk9hoF7aTSe3V83frfHMD4zPx3K8jEn8nmF/kck/D8K9y/N5F+ohH8pGv8vIPxzkeZfWJJ/SV3/dVL8x2jhD4NPX66L/rO9k9X0wi8xh16k73art5g/Zfmv5g8GzUvOp3tF5T+ROv4bM/tX4tK/Mgn/yqz5FPX8l9DBv1Jr/m/q+a+j6r8H3O8hxvub4B8faPPyyxdc0MfUlFGhLIza7WwgoN/9Im1Ji0CLwFlBgJ6vVRP7x2fs1EXTjexKWu3Vsnu9uO42pedLtQDFVBU01oDIUAxC2569XkriJaCBB3cwWOLWwMIxoDkIhPtUmntdmv1yVR596dBd7Xe+cE4Eo5ZnhEk+WT7gnFhWkj0/j939W9OHHvjUi1/73D/45mOf/z8e+cn3r35o29iXD5QnvvqgO/bCA3bk2QfKV+598FDn9w48/b7m4WcfnHr0uYf/xjef/8rffu75+//m0Ze+8ndnD77VXze+TtTzfZ6///8++uSBX3/m0IFPfv25L/2Trzz/wN9/+MVtz3zJ0qEHm+5zD1bFCw9cODj64Av3uYeeu/evP3L43r/59Zfu/7tPHaG3K3/H6zXeudwBXued33A1XnsqvUTv2uP3/fPnnnrwnzz23COffOTwl//Bw9tHxh7qrZ07IPrygyk+c6C38oUDm/zLDz3/AL7yzH1TB5898DeeeO7Lf+/55x79e8cOH/jkHO6aCrw7r8d9u501BFoCdtagbC/UIvCdEViF472y6mwJzk3Uyf9g1OJdrju2tuiOJnEFp12FRVMkEXVOnPO8EA8TqVVICJF8K5u+oRiUtZ1L896lp7iE8JkQ+7/FNZz2O19Erd3OCwRsamrKSMxi9uDk/9qQJadx110RLGMrjbK0tjvvTM9tRv1S/ewg/+r4wNn7+11nuZ1CbP/n+PjuNU3+TwAvrV7q+p7l5i+hy7UEbAk9jFaV8wwBer5WXv/zK81duK2JK29O0tkH76+HL7ZJWfa0LCHq2GgTM6NTywTkYQKPBXEwZqXEMqPQDwYLjVlzTCzS8xXvg9X3zp56/iv60lzr+SKS58+29PjF24xtBoCSv8N1Z1z4zw05zfeVpesmtOGvje+6KwxjvKrv2wzd67mdGIlsGup5Tuj7etp07tVpCdi598xajc8RBFbG3gh8/2JJbney3gfhuu/SsrdWqiqZd5Y4+kzJsABawySZaKUEmCmXJEsovWMieTmSFSSxEn1hsT+X6v6TTdP/TGzmPp0G9WOL9WsvtOEdQoC8I9+Zjz5HrbQItAicnwhwCjg/G9a2qkXgnUJg58795dZbf3ZV4SPJV2eXSWevaXW95F87Vp2erzomjsxKIXJGeJgPQA+YUZB5GefhPAcLuAaZGnq+6mOIzcEYBvc1g7l7T9HzJcebI6/5Psk71eT2vouCADsAsizKxduLtgi0CLzDCOg7fP/vfPs2t0XgHEZgZvXakaYebE+GW0zLHzQp7xDtrNGim8pOD2VVceVRlZxLhXt1Cu89nHNQdchzbggBkSKI0Pz3JtL8XAzzTyZrPpPS/G8HhG+0ni+0oUWgRaBF4JxFQM9ZzVvFWwSWGAI7d06Vm27+i2ua2c72GMduFnq+RKtrnZZbfVF1C98xT4LlhDzLjPwrUQAs7JFD9nhxDRIpRqTUJNDzBWuOWmy+iljfm8L8vXV4+Su91vOV4TqPpPV0LZWH2erRIvB2IdASsLcL6fY+5z0CJ0dfHiukulTU77HYe79Z91anndVF2Y29qmtV4URS0FTXORa1hEy2jK6yECIiSZelyLyUv+8FEq6YQn/eYv/JhOa3Apr/FN3gsdHp0VOPL8Jf+D7vH9CSb2AmYVmWvKKtgi0CLQJnAYGWgJ0FENtLLG8Edux4f7Vx4s+slaTbB7XenKzYq7661vvuFu/p+XIFvKo4EUGk1ysFcVxnVAiyMEkeZkgpMSYBAz1fVufvfB01qx9BGtwrqbnXzc1+ZX09e2Rxv/OFNrwjCLTE6x2Bvb1pi8A7iIC+g/dub90icF4gMDe+csxLeXlsbF+I+j5DsdeXI6uqaiSVRcX1RpWUoloIOUHyJSRkDt45iHAIkpeJCAQJXHIE4iBamp+jPJ5S/R+tqf9j6sfH15CBLfxtofMCtmXeiEy4sixzGNrmtwgsYwRo/Zdx679D09usFoHXi8COHZ+o1l/7MxdIWn1ptPHd4rp71JVXi6s2Fb7qFGVpniTLKUSMni+LQsoFx73CcZmRBSDxyvOw5V1Mluj5SoNXJC14vizO3ovw8iNr8corBw58sgGmyNJer4ZtvaWJQH7WWQARwbcC87gNj4fZgoUPc4b57aMnEu3WInDeIKDnTUvahrQIvM0ITPeacS/pKoO/PaH3XrjuLfR8razKTnLem8JEJKkikXKxlgjKvBwpBSQJLAKW59RMvnhgKdDzNZi1OHiCnrD/BGv+k0Y8sQqYaz1fb/PDfRtuJ0J6dVqGtyPJGv5BXhiJFyCyUA4GY0eJ0ZhqKO12niLQNmuZIaDLrL1tc1sE3jICC56vn7zAlf5SKUd2o+juEde5irLJF1XH+cJ0OHcmLjBSzMSJieYJFSygcD4l+TKSsIgUY0yx7ltsXkqp+QoQ7k4I9/jm5FfXpJNHD7Ser7f8zJbiBcwMWc7olunVmTRyXxEenZaFsszWmdduLQItAucFAi0BOy8eY9uItxOB6d6JcSnkKq4i3ia+933qR26SojsuvpPEeZBtkW6ZGhKdXyReoIgOv3CfkiHGxImXGw8sNkhhvgnN/ImmmTsYY/PvU1P/R0395ef5ejsf4hK5V0pp+OOLrI6cJlsCyYffJgs5rbn+NlDagxaBcxyBdkSf4w+wVf/tQ2Db5Ec723b93IXaGb3c/Mgt0M4tptWV4soN6rPnqzS6vobkS7hXiNDrRcnkS7neKJxsDXE46dLzZYHzbzP0fFkcfDmGwT110793dvqprz7V/XLr+Xr7Hu0SuRNpFl1dQ6/Y0DvGLpMM2VsKCEQEQEFptxaBFoHzAQE9HxpxnrShbcZSR2C2tzJKuk6kfJdgxfeb9G4yV4zDF8kXXHb0eYZMYkZHmIh4pxQP7tmyhT88AajluTWmICnW+U9NHAear0HwW5x7P4NQH3r5gpf7uOuuyJPa7TxHQJXk/LQI25o7R7KExE5Cdj70lqZkEFE49S39Ikbt1iJwviDQErDz5Um27Vg0BBY8Xx+9MMAuN3RuEe3e4nyPnq/uBriyI86bOEgWdYyU7EsgyJsxMh16MfL37I2Tq9HzZYmer9S8ZCl8OVm4F9Lcn/ovfO3F8UeOk3wF0PlBabfzEgH2idw3hvKaBubs04cLSQF52DBH2bnUOaAohsftrkXg7CLQXu2dQEDfiZu292wROKcQmMVKSLyOvGqSy46T6nrXu2p0RdEZSS5PiE6Efi8RNSmLQorC0wsGxEBPBr0XMSamo8X8fa/UkFo1Daw+DqPnKzWftqb5nWZu/umXVj87IPmKaMMyQGCBYiX2j8QlaTvNtEQF2SsmQ6/YQlrVQV1OL5yDNrQItAicFwjoedGKthEtAouAwLbJqc6VEz+/wemKK8ph/z8AABAASURBVFVX3aJudLe6zuWi5XqnRZUnxjxRioKEKyonUZIwer+UngoRGHWiw4teDLOUIuj1Igur+5bql2DNl82ae1No7q/7L7SeL2L1Tm7v1L3ZTSCyQKyGHGzYaQA58xmWsS/lfLShRaBF4HxCQM+nxrRtaRE4mwh0p0+sCtZMqJXfRxL2bufHrndFb4XzZfZZIHFNERI5hki+EPOxRDIuOjUgeclogYhx6uSGBLPQpDh/IoX5r9EbtuD5alrP19l8ZufStUQEqjoUYIFkRfasxA5kQzYm9JYu5Fs0BAra0CLQInDeIMDJ47xpS9uQN41Ae+JrEdi8Z393yw0f2zhIaWdCuYdyi+jI5c53h54vyHDYiEnigpEJp0hwJxCQhNmC8IKJPrBEQmZcfBSEObHwglnzcAqDe0KYaz1fxGg5b5ljnZGMg7ADZcnphXwS99Mdi5wMFiIarl7n8lZaBFoEzn0EhjPJud+MtgUtAmcPAemPrfJeJszJuwOq2yHdq305MuZ8j/OiCncinCkV3FsmYBBHb5dTTyUEkbNl5C7GaCk1rB/I5epXgPCImv1mjOG3Jc4ear/zRbiW8Za9XDFGZDEDhHTeew+Xv2zPjFwukjuaIKdjTED+eQba0CJwHiGwjJuiy7jtbdNbBL4Ngc17fqG7afevbJZy7VWGVXsgvd3iupdCy3UmvlJxUMlLRiIqpwUKgYOwDKKcKGXoAYtcnox0WURrZmMcvGgpPCyxuYfs7L7ylWNfO3zgePtrR7ThDAIigAh3yIFxTlNEmAaFsagCmePnKq20CLQInPMI6DnfgrYBLQJnCQFLxRqJutvQea+58TvMrbhait6Y+iolerVSinBkYIWqeDIwR8Ll1EPEIyUltyL5glgSWEIUErBBE/uvNKn/1cbqzwDx9xqdf+7QodkGuJPujLOkeHuZcxIBEYFzSnFQVXDFGoHLjNnTpeqY70FH2DB/2Ndc/jtgBdrQItAicH4goOdHM9pWtAi8eQQ2Tny8t3rXL26po78marXXUN0M7V0qrrfOFd1SHCc9TpYGLjcyVoHkgaNgAtybAqRTdHoZAydNLiqlMBtT/UKy5uGY+veGeu7B2cEr33hu83MnSb4iteWiE/fttuwQELb4jCD3IR6IDHcAe0XuQzkfpwP7HVMsZ19jot1aBFoEzhMEOHOcJy1pm3FuIrAEtO7r6BpE7KXn6r1Jyn1JO1fAdUe07CZ1JcQXIupUxAknR6F7C5lwCUlXFtA7hkhfRYyQxMwYBjH0j4TQf8QQfhsSfk908MzhS44PcGfr+VoCj/wdV0FOEy1SdWSPV1aIHQzsZhAVJHpbE/sT+xsyKUvsV8Zjuk5z1VZaBFoEzgMEWgJ2HjzEtglvDoGNE1P0fP2PW5xV14ir9qqUN3M5cTvJ1hr1rlTnAOcEyhlR8lARAXKsEFOAjI3EDXKGfMUQEAYziM1zaOqHrKnp+WoeRD3z2PMXHTlB8hUBcOrlvt2WPQKZhA17A3tEJvVDT5fygAXGjpVAMj+sIOw1lNzfwrKHrQWgReCsIfBOX4izyDutQnv/FoF3BoG+NmtIsfbCle/1rrvH+c6lzvkR5zVpHhli/CShF0I4OVIEogVUSyrMM43HCSYxQci90PT7qOcOSz33kFr4LYn2XyofWs8X0Wq3P46AiMCLg8ukPnu46PUyki7TCNMEDN2rBgGgrJf7XuG5HM7jdmsRaBE49xHQc78JbQtaBN4YAtnztWHv37iokOI61WqvQ7nLuc7FTovVzvvCOw4LfS35SsOpMHEqNJKuRDGogR/LE2dsgoXBTAqD56zpf8lCfY+L4cGxk3PfeO7e8dbzhTZ8JwSEmUoSpuxX7EuwxA5FAgaKsceZGGuApaxJAoYs8Dh7ob1Si0CLwDuJgL6TN2/v3SLwTiBglV+HmG5zUrxftdzrfHWp03LE+zIVvoA6JyLg9JenwEy+OBGePgokXDEmOsUoSJZSQAx1v2nmDofB7MMx9H8HMvgDbQbPP/74mgaY4snvRCvbey59BHIno2SKNewleUcSxr6GzMheFbaEpH94yGS7tQi0CJwfCLQE7Px4jm0rXgcCC56v//EiSfFaM9vL6e5mhbtExa0u6Pmi6wvCgNNzoihnvTxCKEbJVCxaspBJF5eLYgghxmaa8mwKgy819dy9YTD9pdHpZx4/9PDKUyRfiWrxNty3W4vAW0aAnfAtX6O9QItAi8BSQaAd0UvlSbR6LDoCVjXrXLTbgPh+iO6GyCWq6BZe6PkiFeN6kCFISlFEWYNLkeoFWV5dcZRoEcGa0EgT6n7d9A83YfAwWdZnnDR/0C8Ghw8evCqQfDELbWgRaBFoEWgRaBH4owgMj3W4b3ctAucxAuuv/aWRbbdMbfPRXZ/E7zVxu8TpNnVupfdaOBWoknBRBMIAyUtABjqwuByU42T5E0H/FyyFEFM93cT6uZgGX0phcC8UX1ptxx4/8fC21vOFNrQItAi0CLQIfC8E9HtVaMtbBM51BLq90XWI4V1i8kOW3C0Qd4krqm5ZVcl7DyUDM0sCM/HeiXMOMSaEEBhHpJiMy4wWU2MpNhJT3U+pfxjoPwyk3xGHP5hP9Qut5+tc7ymt/m8bAu2NWgRaBPje3oLQInCeIpA9X1t3/eolFsONIn6fiN6szl2s4leSZBUUki8vyg8Mwz83kZMidIAxw1KCRbPEXUrJeJ0mxXra0uA5S/WBFOp7EJsvreo/9cSJh9vvfJ2n3ahtVotAi0CLwKIg0HrAFgXW9qJLAYGq8usR8f0G/8NQf7O4zlbVsqOuSA7OxBQCpedLJZGAkWshMkHaBRGWiTMj/UrMtBSE5Gtgsf98DFx2tOa3A+z3+yJv5jtfaEOLQItAi0CLwPJGQJd389vWn38ImFy+738b275nagdSd8Kk2geRXUmKrSRhK7wvfeEqU3ECUeHKo+RvejHNagojIGZcjORmSJZSMot5LbI5ZSk8Y7E+EEP/nmjNl165+KnHjx/43978d74mJ/36a39yZPOen1598e6/tH7H7k9svnTXL1xyxc2/eNlle/6HKy695eevzPEVt/7iZVft+YUdV9zy89su2/Mzm7bv/ZkLrrn1Z1ddy3MneQ2q3G4tAssHgf373eY9v9DleFlxxc1/ZU0eO5fv+5WN22//xS1X3PKr2y6//ZcuznE+zvm5/Iqb/+KaXD+fNzHx8QKYaue+Re0xJpic8tu2fbSTVyJ27vy5UT6Lscv3fWwsp7Pt2jb50c5p+yWLqsoSvvg70wmXMCCtaucyAib799+p9aDemJJ7rzj9EXPFTUnKTUldR5xPvihRlgWTjq4v0WQpe7+g6qHOQ+gZM5KvxEDeZalpxEI9T+L1rKT6QRH7tHr3+yj8C1j4v46Zs+HNhPXHtlRVVawvQ7UdCNfCdE9y6fuS2g8q7MOq+qOq6UeY/mBEep9ZeJea7naNXVPXafs8zz3Ga7yZe7fntAicqwhsfm5z2cP8aiS/Bb65zKPi2Em7XNB90DjJ/HfBpTuc6T5L8Wbv/bXBF5fB+y2dFNYcjb2RiYnD7lxt/9LXe8EOrz82U6HXW9nVsK5f+g3Wn9s06PtN/TJuqHsj63qzvZXZfu3fv1/ZpmVJwnLD2fZ2axE45xGQHbt/bezBw4/tSIVNJMGtUXVXcn4LSdgYnHfiChuSLFW6vpQD3rL3a8HrJTwElxwFZnSJWeQuxAaRnq+mecZCeJDG/O4o8qWXtx568pW7//YMETPK69kE+/e7jRMf763b9XMXrr3pZy9ffeMnbpFizWTA+B3RqslknckoxaRJORm1vCO64g7TcngcULAs53cmG3RZPjpZ2wjjtXfMj188ecXtU3sv3v1L12695hcuufCGT6zLXjVMTvrXo1hbp0VgySIwNaU73v+Jaus1P7vqkomPb92x6xeu2rH3f9pT2dhkCCvZ/7uTdexMJqkmG+tORo6hhumYyskgnTti6kwGdO4IzM/jqwmsj7HJ6EdvfxFrb9164/80ccn1f+3SnTt/+cKdO6dGJ1rP2BvrCqdtGr2Kq3fs/pXNF+/7a5dvv5WY7p7ad//TB+/odMYm48jaO6KOTQYdmezL2B1JVt0RipWTs3Hl5LRbccfRzsbJzz97+W2b9v6VWzbd+pev27L3l7dv2/XLF2Zv2XJ4Hi0Be2Ndrq29NBGQ/BYVfdgATe8xlR9u1F0fnb8QQ5dXkVzBZUdyMHq3NMXEpccoZmyMKEwVEWIB5F45m4IAkWh9q8OzFpoDKcTfiRr/0DS99IY9X/v367aXRwpLxTre4gaDfEhV/lIU/GqC/9mg1Z9NUn04SPXeKNWtUcpdnECuC9q5ptHOdUxPRO3ujtK9I0jv/ZSPJO39pGnnZxXFrwLySynJT0YNP+CtuaqD6oLsXUMbWgTOYQR23He06J1sxssyXhzh+EIlf4rvR7/I96e/krTziWjlTwcp/0yD6sONVT/YSPcHgvXu4PHtTeq8q7F83PnBmHJ5989wXP10SsUnTPQXRfSXaCs+DqQPRO+ut3J2w3Gs6rWesdffYTY+uaqqaNO8uUsTdDeSfTAl+Qum8itw+ldpV38VWvw8X4B/Lkj1Fxor/nxA9eejVX8hSflz0cqfT1r8KlcVftUg/z2S/lSM6b0B4fpGwoajY+e/p7IlYK+/v7U1lx4CQ8/Stut/fvyBJ3dcmlI5YYnLDupvpMdrE2UE3jt13sRxmAuFI500S+xMW5iVIBYsWYgRkWIxNRbDydSEpy3GB0jC7mHpQ0feM/LUG/J87d/vtk1OdbY8fvH6Zn7T9VqO3O78yB2F7026onuHL7q3uqKzS311rfjqSvWd7eI6W+E7G+GqCynr4TqMOxvMdTbDdy8S391BuZJyLevugitvNXrO1HcntRi5Q/2KO6wcv7Uo1++66MafvzJ/Xyx73rIHbqHJ7b5FYMkiIJia0p2TPze6fdfPbbHpcHXf/F4UvUn1vTuEHmHxxSTlNi3K3VJUN4irrgHHDnznUnPVJZRtHCsX5Rg8FubnsUW5Rl11gxbVzRxv+1xR3e5cNSlF545UdOlNG50stNgzr+NX7dj9ic35u0qTC17k7BpfsoC9nYpN0EO4Y/dPrNi852c2bd/7S1cXbvUtKMdvAzqTkZ7HhHJy+IxceYe44nZx/lb15S3EfJeW1YQrOxOu6E4oY/VDu3eL+op1qjv4bCaVz9cpn7XrToamO2nz3b1H0sh1267/mW30gI7n+wNT5xVnOa8a83Z2xvZeSwCB/QueJed7m1GU74HJBwP8dQZ/ofqydEWZnPcQxxVHgRrZGUVMwDyhqOVcQ0oxNimEzLtqiU1/PgzmDzX1/P2G+JlY+D+0+ZGXMDVlALIw+t7btpevKmz6xCoUco2Y/oRo5897P/LBolpxfdUZX1l2V1rZWWFFlmqM88gohZyx7MFRtOhiKEy7agSuGoXrZGHdzhiPxwD6Kv5EAAAQAElEQVQ/AvMjI1KMbXflin1wI/tNuj/NBdafTmofbhp3TQfza/Pb6vfWuK3RIvAOIjA1JdnrVddhvbi0x6J+JEj508mVP2Wu+n7x3Su1HBlTjoEseSxoZwRacbwM5bXp03mdHHNMcfx41i26oyi7Y67srOj4amyD+t7NotWHRP1fUPF/wbz7Uae6R5ruhvz9JJKw9rtip7vEST/brWtsdhE302L+GVX9GdPqzyf0fiJa9b4knRvFj2zQarSLouOk7JEL91D0RlGNrEA5Ms70GIruCsa0e10KbR+fQ+HLsXH1oxeL790C6X0IKD5Oc/2zvMefTnB3UIWtx4HzzkOpbNiy2trGnhcIDD1fW1/YviLObNvRaG8iodxnWkyoFpvEFyOi6mhIzavCKbjOaGKgCBmUcCFjKDkNM6P/K9ZIoU8WNjiZQvN0DPWDoa7vmWvCw0c+6J96+eDULJEzyvfe9i9838tPz25y5eiEc907nC9vU1fdrK5zhfruBlf0Oj4Tq0yyfAd8Q4f6EuIWBK7AHxNfLJTner5ieQXTklKVcN1VnKC2qu9cRbnJFSO3+nJk0vhGObBVt5h1rlx7w3+3cegNAwRtWDoInO5VsmwfC71eO6fK7b83sxYz7qqI0T3RlbfDdW5TelA4Nugh7lxivrOWZKwyjhFwDGQRxpLHxVD4ssUYhQcKxzF1WnKaefqqFMLresoYZRN8eQW8n0jO7zMpbxft3h5ccetMd+yGQ/0rNq+m1wf0/iydDvN2aTKlE2z39ddPrbx64q9vR9p6g9ONe8VWTgpGJvPzEdfdpb66Wly1g7IBvhqFKwrxlYDPQrIQdykLKEUK2rfToox5LpzrKO1ih7JStbuZ8eXMu1FdtZf2LfeDSbPR28V6EydRbf2WN+ztwmHx7qOLd+n2yi0Ci4TA/gXPl/U7mwL0+ykfoAv82qTVhVp0Su98yiuOQBKVpOzkORaAM52Qi1Ei2VhEYkbMBIzka6CxmZ+nHEph8IAp/nNw+FwZO0feqOcre5vKqBck9dcJih9TLT/sipGLSIgKxiIkXHClmHiKo2gWmGTdBImwUTFQxaEk7pMYIuPIOJcnYb2hOCQpAFfxcl3TYsSKakVZdletc+XKayGdj0SpftKgH3TATRj4Nfn7cryFUNrtnUTA+ISz8LmK8HFwy+qwQ+Zo2cjOnfAyfpITt1xqKH9E1P94kt674HpXaLVi1HVWmJYjZq4ExzoaDo5IdBLxymKMTYklx4YJR4kkGCXpQpzTC/mRY2VBcn04hRQkBlUFuqHNfDVGkrcz0dtmUvyUif8zEWF3Sa/Paj/b5S3f6nZOnZ+/Dxdjb6T28WI4+wFnI39abPzHJa18v8gakqRV464Y9a7qEbaeuYyj0h5li6vs0E4kqSHyWUQJiPwkphOfUxo+Ib5xSA65MoV2TGnHXNHj41iRimq8J250O2TkDmj15+DcT0Jkb+H7F2Vv2DkF5ndRVr9LfpvdIrAEETCZnJzym57esVLClstRul18w9oLLW4g89gEWmlV71R8tsmkMxCOdVFJHOXgASkYcxJtdST5iilayJ6v2A8W+/R8DYbki3l3i6u/fPIjnUNvyPNF3dbt/LnRjhvdXPiVE+qrW+GK3eLKK5wvV/JYxRXUpaAubigAh6BkEXBeGQoYqOIwfSaPBgvGxuTjJEDKdYTnUDA834E4QHwFKbpefHdEXWe9KD1urrPL+5Fbi2JsH6rxibu/vvXS/L25098LE16q3d4BBPKzzPLaW+fn/trj8zq9f+E7koO1zfpQjl0nwvGC4jaT8ibRcrtpdw1ct4TrgAyM4jkGHEUpue+DMZA4fPKkbsJRkoUTvZGIsYTleaRQcj4l54HxsC7Pg+e4cbxuFi0r02ottLMdrroRvrrV68jtJAI3d2Jn+6abf2rNzp37y/P6mbBxXHb11177kyNz1djGplpxA6S4LZi/w1DsE+3eqH7kUnEjaygd2hsnvoQWtGmOWCqfC69hjCHszRlrpIUPn8kQdx6xhLUA4SfvIQoRB3EkxK6C+OGqQCmut0pc9yL1nevhOvSIFbeHNLob6i/bvvdnLsi/ksU5HPQc1r1VfZkhMDn5a+4IjnR8VV0U4d8HdT8MV15nvryQRoCD1SfL1MtAKyDkXVCxRMplTADCVEI0vokl7lNMjYV6TmMzO5/C3CGx2QdEB7/jED+LQXjD3/lad+RIp+oMLhRzN6Dsflhd9QF15Qb1tNnOUwFOHoa85skdTQ/TAmQ79argdBjmn07/8chgQ+N25gKsIRA2UtR54Y6lnFRQmnNdK4uxFUW54mpfrPg+kfIj0ZfvmVO/NXvqSMLePhuANrQIfAuB/B1JYHaloLiSpOtHOdF+mKTrcmh3hUi3EKWX2Lyk5CRZHiIK5z184aFOIcphrnksJI6HBQEn/Cwc97xRohjA0SBmjAwceEPhWTyHe5aZMlchSR1ALxt8V9WPdigXSTHyXlf0fkR9cRua5rKTo90xXuC83vJ339CpLvC0Y4LiT5kUPx5jeUtEd6srV3R9tcJIiADxRM9RRIiggCkiOsQVIPZ8FsbYGANnsF/IR85jfVDy2cNyNRFxAnUsVU3wInyhdGUPWo2pK0YuhKveHaX6EYi824dwtZ1sxnEOBz2HdW9VXzYILHi+Dk9j5WB+xeWSZBcH/16DuwHObRLnR6DqVJw5oXEWp46G20FFIVAAamKwhBRJvWJjKf/RiVQPPV8W5g8h9R8ABndLmPnyiw//rUMvfeXvzvK0bDUYfY9tctKv27l/dGRcN1edVTdJp3Or+mIXCn8pLdWoKTUQAVXJW7Y5lESbY4wpNE6cSpADa71a548eswULZSxYqM9r0MCBb5aQhTQbyauB/j0DRKG+JERVpVpdIFJcpr662fnOXkUxEWzFjs0HN9OATVHB4aXRhhaBRUeAnq/Ne36hi37/Qgzc9eyw+1T9HtXyapFyHaVS31EeA+IWuNOwe+bRAZBLgfuh5HGwUMHwbTEvOizLsbEqt3z2UHic43wN47hJnOotjwAnwvEKSKkkgjQk3XHR3nbNXh83uk/KNTcruhdvvebHV52PnrDJySl/+b6PjQ3GNmwe+NUTjXVvi+qz1+k6FOUWLcpxSiHe87EQMG4EnVCa8IOMJ4gn6IFEtkm0TcJjyXEWMz5FSo6HkiC0yWB9y5LTEnmtJAaKiqgv+Tg6gO8I1zlHod1tfB7XmVV7m9i5Ocy77Vfc/BfX7Nw5VVKBc27Tc07jc1fhVvM3icBk9nzRuxR9/yIuEfwAoB8wc1fB+bXOa6FeEl1dpmRZzjtmlOJpuB08vHgwNslmmz6vlMkXlx1hNU9p5hEHhyz0HxDE39GQPqcuHcEbDOuOrKPnq7oQUlyPsvshKav3oqw2wPMN3kGSJBgNDCjKlAMNT8oSwfuelgTN+UPDZKAFImnEMF5IC4+Fx7nsjCSARHJBarawRkoDxFQzHQAaM3VexHteQnjsOkXZ21CWvetU/PskpHc3Lm7cseO+AphiBbShRWDREch/yX5Em1WawlUI+uGU5IdFSk6sVSVSOJEC3pVDEY4KQE5/OIryfwULNRJjpAilOE7cjuNGXyPs8FDjmadFaQGEciYW1hWLHI0NTBrAcSw5DicVjhqOUOpg0jVxY+Rk46udW7HHufHvB3o3NWV18YwrRnCehReaZ7pN090QzN8Q0fmRIMX7g/gtVpSF73a06JVAYWIasgAaASFutFvIwrQgQISSbZ1EPoNEse8gCUP8jfhbDTsdZ9uVhU8aorxF7g6u4JUcpYQrxpLzK8YTehNN6kyKuZtDSJem0ZfHcA4GNvEc1LpVeZkgsOD5eu7kYNWgs+ZyWPcmE7cHcNfx1ehCUdflaNf8jiySBDARYw44dsVB+bEolhJXJmMySdGEhEWs4drj4HgK/acQ6/slNvR8RXq+/umhwwc+OYfXG/jGmL/zVXTXb+bb8YS57l64cgJa7DDnxsypwLmsDIwfWAJoqITGX5nOMkwzb0i+WEeHArAxNFCMDWyFDEUAxlmMsbE8AWwPUoBIguObfI6VpirH2YA5J+KGO089PNmYG1N1m9T5G5wvdpdlcU1avfmiy/c9c95NKISr3ZYQAvvp+Zr44Md7HfEbY+xMqKtudWV1i3PVlQZdZaQ6Kl6cejCGwLF/C2OmlONZlMcAkjGPZ3AcSRaOGaHksbMQA6zJ8YEFYW2hqCmPlWRAWJ5zwJBgHDvGsWM0Hok5vLpwDHO8dECPi5GIdUV7m8V3rxatdnsZvT5U4xfs2PGJii8uinMi/AlKTny8WL37Eyvmw6otyfUmkrh9puVN8OVl4otx8d5pSUNSEF3ilDQgkWQlki3DaRJGDPlgAMaCBMk2iDZOYMQ7C6G0M5KPKbks182xGvE2np+vl4kxhdeCCqAqJhQUjPMz6XXUj17o/eiVrhi9RXV0ArHcOPyFN/sYzqFw7neecwjsVtU3hsDkac+Xid+a1L03wf1gQnkVjQM9X0XhnU8C0hqyLEFORomhQYqB41ZoBNRCEywMGq44xiQ0CF4jTXkzF/qnnpifPXlvE+rPwORNer6OdFDObUBRXgfX+2Fx1Xsg5YVJC5onIAFQ7+A8yY8AlnOoA3WFE6MAw0nDDPKqgOkswvhPklzHYDHywgmehqooHMpCUVDIueCY57zCM78ovTjvJCXixddb78sLq07vqrJ07/Jl5xa17mq0oUVgERF4sr+qSrPFukLtWkH5o95VH+x2R7eWVbeIUSSEBFUH74uhFmnYWQ3Cj3cOBfMLxj7XEQcVgbKMQwlyevxwHmcaFBmKmpAAZGFNI/lKjvlZWA6Al6BwHFkir+Okz1EKUThXiroO88qhiOuZc73V4rp74EduV1SXTPdOjO/YcXRBWZy7YbWvumVZb44uTjTmfziJe48U1QZXdlSrUqTIHsGEaAFGy5ZIvCI9VikfZwJGyTbt2yQ/DxixB/EWxt8SZ4JXRQTeKe2WR1E4OC8QNRgJXLLIe0ZaTQPUUTzvrJq0lKoznjqjq1cW5dhe9SPv4vLk5R101g6/14pzJ+i5o2qr6fJB4LTnKw5W9VeuudIKt5tWeQ+t4nUmjkt9nq9BTsChDSThwBd6fCTHAF1eSOAQpglINvzECItBKI2m5rik/lNWz99fD07dPdOfflOer7WXf2yst6LcMtJbP1EUvX3qOxOm9HypHzVRkBZRaDgAGvgFUQioJAQ4LcYWZMEwfCtfWC7My2dQaLAkyzBX/sgePOY12GLhJCJsOxgj350GLKUGxtgRLud5LdoxcbR5BT1hXjcTqRv6TZqYT/HizXt+evXO8/RXXmjDO4fA5KRff+1Pjhw/0tk0MxiZiKhuFV/tFl9eoa4cFy3YMRdGhnKiFY4fDl72WxvqLDkaCnfcFo6NYwcQgJP7gkgeI6dFGSsJl5hjPV4+UYbpfOwAlvEsni8UUAyvhqEqdb77eQAAEABJREFUfDUSel2MAg9ICZGyp1pepFpd5X11TaezYvv86jSKczRM0PO17fqfX9lTf5GL9CJJZ68WfkK83w6VMTgIBYler0jqkwlYol2B0LpJwkLMdLY5p0VgPIlFAHEntsPncCZWPqvXPgcBUhYDhjYr8VzK8Nq0TIwzCTPG6niud2KgiBfhFKCu6sFVW5L6nQF6XUh2WTUY/kiCF8U5EfSc0LJVclkhMJk9XzjSSdFvS0qvl3cfMuevTq5YI+qzNeS4TGYkVmomeUhmc8klOPGFgDaclKO2EBsTYwVwfMeoCPVc7E8/YfXsF3nwu9HS3f1u9xUWv6Ft7QvP8I3RbwLKG4tq9IfLYuQ9jm+M6kpNIhLNwNsi0ajEFJHf5FUETpXmQ2nbhIYGfyQIj78lQsP1WgHP+NYxj1iuzHNsrIoiEoumadA0NQIlewJDGGAwmGPePE8IyMgVnEd8JcTJGU8fGYSwfb5urhs08ToJuv3U+IpRtKFF4CwisP7Ylqqq4nozuT6Y+9GI4oe07G7iJKrDbwbQ0+W8Q1F6qBNA8vjhBMzJXHkIxiH37bpGDAGJfT2LxQRwE44FMY6GPyaOl6IkmgzzTHuAMeAwFNbH8FwMx6TjzZTCoTocsynfx3iaqaQs4lRdVRS+uqAYLt93d9GLfM56jo/G3khT6kUJ1S6T7g+J67y7KKsLfeEUGkizBgg2oBeqRkgDBKuRstdrSIiMz4rgMJ2JmPBBCHhsIGDE03iJoQiPZUi8lMfCZyF8BlmQHCwaYhNRDwZo6gFibABeSxVQNV4xDo+9V1AvOM8OIk4Cb0/rrkkLUFbzEjfH6G+ed2EtpqYEoHXD0g9s5tJXstXwrSJwrpy/4Pl6tsbqGhdcjfwLHNN9HGvXMb1eXNER9Uo7yCzJI0xURDjURRVMiXG0m3F4phTMrDHjYDYjE4vNsdgMnqTcj8HsPU7SV/oHf/0ZHHj93/manMy/EvoVer7Gt1a9lbt80b1VpBh6vkQ7Y6Jkf3AAqAwVom6gBRmSMe6YHqpNRZlkLSqYi2EiPMrm63Q+j4zyrS2Xf+sIOH3M8/S190k8nwIGFiGLkQQmyyQwwBAgVE+dMBbAuYKYrnJF9yJfdm8oqu7VHemtwsL3KISXabcWgTeNwORwvHxsrDsyvsX51RPw9HxpcbO46lJouQLqJZpwhAKqAlFwgk9IfGkx9lthj835KoLh+CFRG8Y5H/IdPziTy+sOazAe5uU4C8vB8QmSgZzPS/HawtwsYJojj/fO9+cRhvfPClAHgRMR2h/RlRC5EpCrfEzrz7XvHmUv99ZrfnwVimJbWY3sKlxnH+3XjSLFdtFiVJwTcQKyJhhpWKLXy0BcZEFE2HKKUvIzykLgwMOhKHGWV0VpkmUoIOZy2guZ0+BzEDieI/l0PlpeH1lwBneWJeaftl98LjwF+RSaOU0QSaKIoqN88b00qbsKWmzd+OnDq3fs+ESJcyDoOaBjq+IyQWDytOdLirhd+KYMcf9NgrsyiV/BtFNxyfnCPA23qnPDLaedE1FnRksQEj+xSckCzXUmHTWdY4PZEOceC2Hubgv2n6Pq3QDesOfrhWauO+jPbSqLDj1fYx90rvsDyYoNZoVCvIgUEHGgbvCuGIpTpfEBsocqixnvDEFiIjJtIlgQ2iChsJjZzKPJkyzMY8z9mZLTMXgVgeZPvqd43tfDKYX3LooKZZmlhKigCQ0G9IwlkjGemO8vok6q7grrjaxcWXZX3OiL0Zus6lw4/B7F/v2KNiwtBMzYQ5aWSn+SNvlXddLpbqBX5Qbx3Q9LUb3Plb0LtehIYj+N4NAUCgScZhE5Ymv20ZrersTJVthaYblyDHnn4LLw2KmDpzs3i+ZKr1FCmM7CiBtH0umxY4wXZGEkAazFYrPhjprIcJymEBEpAgNvA8+hncXxRiKsQzFIJ0bbFIJdEpp6y7n2v1aHv+Bsiksg6RbnOj9UFCPv8tq5UKVSM2XTlW0v4XwBQCkyxN47jyxOlOgJgaRgIRBeZEHuosby04Jck5LzJcdZch3Gyut43qMoKnhfDq+t4qAiUKUOjAVAigH9wTwGFEMEqwDehKvK4LpGtmhlgFwQVS92hb+yKkcu6a/zIzx1yW+65DVsFVwGCCz8z7FDs7Nr63rNNWZ+r5nbC7hrBW4dxJeinpu3/z97fxpk2XGlB4LfOe73vvciIjOBxEZi3wiSAAkCTACJBFgl1MIq1sZqaYS2mZGprUxqY7ekqTFpWjbq+dXZNj9GI6uWuru6pbbqVo9Mspk2E9SqIlkkiyyWClVEZmJLgAQIgCBWYiXW3CLivXuvu5/5zn0RuWFh7hmJfB7+Xd/djx93P37uuZGRKpCpgwAiPKkCiVZ4qFMxS5SKXU4U34lnntIc7TvFmudKbh7suvF2VnzstZ1/8BJxxP/a8a6VN/ncdpeLDm9x+kSCvzFeLQjrCBISwbCH8hVNMf0hceid+ZOyjXQ6rRTvpE9RWK+wlcMYGnsyVjX4T2Hs/bBSg5eHXyBmHIVSSSWCvAA4/iqEeQ4fs3gz4ZEnjBCtEKs5hGpuzixc3ma5tmuVn4bKxktfubRmRzM/48BRc+CulfNS8vpL26a+JVv1BfH/M9AtX6FeZ4GfjbhfM/d6EYDbF741fceDeQ4RFoBlPMlepryQgwYWeT5zbIq+zUpr1vYWTDGX2oD1KDA5GHl/mpWpNOgKhCHBTJ5SdlUgftkLL3y2F+V47I9WIUZ4/QPrALkIKJerhYvXh8kIa9xdf/3d9Q1b/vbGqpq7Os4Pb40h3MFp3QTIVUHjQggUs1IBIPiZECWSJwQilPlKWULmwXzRHFw4MWUdAgqsxAFhnDg49DjcTddmGiOn2QYI0L7/GsK4sV/LZHMxpkGwTUmUlVSzlOsSCqBcR8YLJ1AiN1NVjbSqLgoxfhqxvi4OBuuBrQqwOdaucwLXLnUzys4KDvj/Oea/j6D1nP/5hr/Gg/xXDXoNEIYqlUSJJcZoIShMjEcvK01cFItGaH9Wu2yl5aMhEt+YMhL3drdUbPHHZovbTZs/DRJ3yHx852iZ6m/yNomXAHKzavWbgvhLQHWRIIiqC6dAuSwURMJQ+9Bfy5wwByhQNLAe6xYorU/KrABI7ENDQBHtYeKyiwJHHH5xJNY5GBQ8vBR85oZCy1ZBorByJUuoUJUSkJLwbbGgbQ1GQSr+C8RaQ0ONwMtPCa8L0gPmFwuxaWxuebk7v22aK9FVl1pu5zBzMw4cAwf8vEg3+ngucnNqq98uufpVDbR8xXkp3KPZz4AISg8w5D6FQVRR1TXqAfdp9LMBdDzLiYAIJCiM5yKXDLfoOor5GTHmF4DSwPZj9Zww1MTyVXSMOzLrAyoKpYIhNKdQkULFcSuOAySU3BINz2sDQwtIAsB2vPhVBargGbErk+UrOwuMY0072bB+wTpcW1fV7XU9+vUg8nOl5PON/FTOJ4aIGIYIMkDmh4PUKKdbIdiAPKq5UBGJbEitwbJAqDxJ/0kxAi5nEDh/tmFtEwFXFFgNwSoOrg8IX6fSWzwTuq5AuAYqFUD5VSi/UpvhvxumYAktn1UVUFWCwCoaCwo6FGmZYaJ1QBzVVs0N57UeflJj/Wkr1bnXX/8ECdsqOHHuhPekJ7zHWYczDhwxB7aq/wXjt+euOD/Pb/xs0uoOE1q/JHwW0I3QGIIGhCB+nsFTr+CxA0yo6QgPOMUvcw1+lg3+Ax7O0nWWm3dKmdDyNX6wlKUdFiaPv/rY77/yyo5/NsYRurtW3uTH7ejyTuZuLaG+U8Lg8xKqayBxnrRCJEAJofBR+I9ASB749mYEGGcOHHzAQOo9wjYQXihsY0xP4WWEODgZKbCDAMb3g/NkDfbmfirsjGM5SmGawtEc7B+kTXw8xovXAcsZN+abh0bJJnUlUm8AqqsM9RVmgzV/ofjMP0oQrosDDGH902PgblhBYbh2/aZNX6mu3fy76zM2XI564RaNczwv9SZIzfMyWIDyEhdXrLjvRdBPzkNMZ+hPT4qslDF/1U/3OpmykuGxA3lMCVOE9wE/Gzwr/vtLjsJ4odJU+OLiMIbGOiCThfvfAZ4V4dlQEuXDq7BPKluFGouVjlUzhP3wyEJVEagJiMZ5DfUVVbXu8mjDNXterqfl65JP/SfnjZNeQxl7m1HOkvYbJcTLRWROVRAcouRGAKgEoVB3IcThylUPllHhQs8rBfq45ymEeXCwB6zAxOWMAPQ94Dz1Pewwpghm9fKqKHxc60M2oAyDSd+MpJE+QFkF/ZokGBVkX0dIEVGRUEVoiHPJcPmky1eXrr1wceP581MlDGvW9VNas9TNCPtIc+D66xEXN07mi3SfgITfdhStr6bAHkKiqGgJlZqqSM5dSLlTfnITEYiGYELFLOdSLFsJIhaDgoYyjZIWS7f4VDvZ+72S87ezlB2i647J8tX0lq/BzVkHvwWtvhgGg4/HwUgQopj6RcIjJAplXIUhSJy5VJkiKKsSRlWRpIK5lFMCEwfbsr4R6AHmUyiJYdWZHMjzOFMsmpaLCMkIIC9o6TK+rRtDQCUgxgqxqgDR6VXDJuQUrWOZb5yZ+qH1dXP2XlUGw3mM5tfNazW8Mkt9FYrMAytEYeZOFge4LHDs75/LIQSc9V4g/iCEl5YyxGl0P2PoPTwYqNtLNdSbpBr9R1qPfrWq5y/SOOJ+C8hFOasARYBPq4cIhHvUZ8ZjzP2ZeuSc+9FCiAghcK8aci5g9T7teQ4R6eutPoydOlbPicenKDDy0LwcHM3DFUzb8jwyQnnBphlBgRCE8YJCCxF4fpkSpVwKWotqJTEM5zi/y+vhusvD3IY1q4DtKaN1sYrXlaJ38Gz/WpHqTloiNyLWFqsB5USNoIFzBQo1GCPrg1aIoSJHlPNnUACBImpEDBHCUJheBRjv4UpYDwH6fYze9Xxf4bdxHUAIqwRVBJmOkTPXhW2Yg+jyi+N4Y0OB+Q/XIaUGmTAnss8nYSwDRErBsGna85cn7cVdKh+v8vA8XHhBjTXsuM3WMHUz0j6iHHDL1931vnNxPoXBjZZp9dLgf+H+MyJxo2kMxgPNs0jPkyUeFLFSKCUJiIExeMiTae4KD2npOs3tO2LtsyVNHkyTPTuWm70/fPWB/+WoLF+g5ev8O//Wuj20fKU4uoWa3Z2oqs9bVV1jsV4oVZQSKDQoQYyAA8IfUgQ4VUQ/AwhJpSSiN/ABCADWX0n1ogO985w+wrbTEGBlOxigY9rzCXGwLwYgC9hX8Sg8S5WlHmGLflyGToqVnmErWdKHQgEYYo3AC1S1vszC4PKMesOmTV+JQP97FGw98yecA8IeiX6JGeUCcu0F/qO8xDz0PGZCeGEp3/7BN3+vuqawyf+S+t9Y34Tu8nE3uLWx+IUk1SaE+hrE4YKEAacRuNfEDddgjJ+1wLhDsOqm7y3GC59n2RMsEJmWm3leYc7Uiwh54teXMIXabSkAABAASURBVGMVjPZ+Nc1wlbkHjhfg2SA5pMoIShYYD4eRxwYfx7wKJRCc9YQwLaRXmRdEhC+HOoDosFYdXSBh/oKoCwOsMXfttb87uG7Tf3F+NX/utVat31zCwh0lDD+bdXiZxdEc1wYSaqhECJyX5MlBfBdhnoDOpvKFZUK5ojrNN/FCwlil94zjYPSZfHgFgvzFKsjnfk+zet8N++YgrAuICOFjCHrHph4a61gv5wu4XKRYeghri/FtHCEaAl8ceYcEvbTV4cd348Ih1rDjLNcwdTPSPpIccLPwYjh/3kr+hJX6ty3olw3CzxRh6MJNaPmiGCz+NlqQxCRrUBMleAitGF+V+LrMs1xUgqGYdN1Eu8niYmr2PpWbvduQ83f5IvfgaG787tEy8fzupZFNyiX8bHFzqsKXSx2/aIP6olIP0AVFSwHRCZBXAZLAt7NCgAJCmQ4s6z9jeJ4lgMSyGUOw1FZQABdEPcgB5nKyzBN4OIUyHvYDpugBYW1GXSjxckLffwFZ16Pws4kDfFP0mpSbUBEEwkMRjiFAUIESEBoXeaMUrT9mOrxU68G5u4A5//08zNzJ44AY+57uB19QbnGEolCur5j0Zej3R+YSZaY7Ym35jXFpVLe4tEn6+Vbq32ygv9RKvCjxcje3omiAiEI51VAMVQEhiEW4bQ1iAGNQ1hFhbAWgc0uHA2QOs3lHk1f9np+GYMsezqseyqoHIDwvh0JYTtB79cxzkyUja0LRDCiJk4LCM2WkNUhApIKiq5/gSgBKBWBoIiNOYX4h29y6ZLVnMn/teN1Qr+tC+2mLgy9YvfCrVMK2lGr9uTZYb0yLhTktwpdJ8ohTBXwdBBBhBJnJ3Mc9TRncp63PL4yT/6tPtvEWU7i0AR0z4ZjmgnvYIWzvgGTWmfJ6ugE8buhlkQr5bz2MY7Aiqwh7U/hPwOpP5NrUPRRBlHOp6zkMBnPzIQyuNJMrrO2okHkPaxO6NsmaUfXR5MBW9beyPRfecKFs/NhNEgd3SohbgLBi+QoR0m9JK6W4GBAIVCECGAHjSTQUWpuLeR0rXSslN62l5u3SNc+kdvJAbpZ2aFp84p0f/OtXX9lxzxH/zhfc8vXJv7UuLobLax3cEqL/zlf8PEJ1DRWSBalrJA2gOoWiAnOAlMEFUmHEMSXRlS9lGVyQG/M87jPwkNOwFbARc2wFDOgF7/8D5h8Kb+1tOS5pIG8gMk0b00blCwxJKXoIW5OVyhSjfHp6CtAV+K+3xvWQ6pyU47rFZjR85502sGjmTzYHuEfAPeHLJ1wZ4XaXfkxjdq+pCITrvIau+U20fF15l/8l9XOvwOCcWyWO7tQ4+LyE+mpe7PMELASIQ0g+5yOcp5YCqvsrAMQIn/MqvC4BOmN9B6Mf4oVlHwxZ7XclZGVymmzl03rw/JK3vQWsJ4a5PLdew9uqX/umTK4AgV1EmNRaUA/45WuY43zE1q2swEFYejr9tb/2u4Mb7/jPL8zaXZdytTkjbqFV+wbo4BILc6PC99yiQylC5YtzKSTZuN+c5p7t5IFRUQIhwlLO0tMOUJ7YITAYGzoYrHhZCVcDL3UUZhwE9o3V1hxzOjarMM97PXzdhXSqr8UquCZCusVDzkO1glLhD6EaCvRi9n2xWBkBbIi16XzDHBlls1ozDhwnB/z/Tds3N9jA83w9tP7rEuu/BonXiMYhT46IaPFDV4oJD6BSMoeglWhw87K6SGRBzEAohTVT00ozWdQ02beoZfxEJd33VOW7VJEexLFYvl6n5aseXyJBb5Yw+LJK/UUNw4tCNUKohyC9MBGKH0BEICqMuGA5CC5UCMFqHusYAaIPMXWcIQXENM6nJw8GvP6HAitudZyVcLWT/eOv5K/UXg28GoxcJldtCsoqU2YFsr8uKKNQxWF73pW62mYWnhoO+Npwt/SrPx1xdQ398prmrIXnO+vm5iXlK6DVbbQGfTnG4S8PRusuqoc0OmjkORGIaH9ORID+TPR7LfNoO0qfxyKGOE632suRhtPhKFDQY5pciTu/pxmrvYEUip/fFRjnZQicUlSTGPhKWF/7wDsVlTBvgtPp5vZ0G3KMnzENP5+K/ErKeptJdS4/OZLkitOoxH+djnARQFIPkNzzQjh/yjDQSmUr8DiYZz1YjimMdaegNDvQDZxNZFkf9nGOcrAn41jMPtgejr5wNe2JlThrocf0KexsFdxgKImSihBQNeOawIJRhtWwcn4xXCCShitrchB1WDNO1wwlM0I+whyYWr7KRXMXzS3Em/jR8E6ezC0Q4VtZ2AgNQZQHiGYjEQGjTNKrCusIpYaZf2q0iu/O0axQV+iK5NTS8jV+q3TLz0huHqhC3hEGgydeOVbL11x1WdD1t6gO7oxh8PkY6mui1guqNQSRCFA4FGCKIgdC6oRCCRRUUxR4PsUHQ1kB6/MtDVhNo3eHpnBYKehWaxwesuh9vY96MN630v5M7xWsbuaKGAETRpW6bQWzeUiYm8R34v4Gs8jJ4QD3kC8+l2J///3a9Kl+XfrYWnlcf/3d9eWf/Tvndku4cnkcbi2ppuVr9PkQR1eHUM8rlS+fD3hD8kiDp5gwZvnZmH7aMpZxt/mOO6JpHVkl59rPhpASBzzkhe4h3s8ZM3kg+GRNT3gMpHkaQqhGiLArlSJBl99sAp54QlZKT3lw5V2/M7zy1r/7sX2T0SeXxnEzFa8tGgfXa6gvUb5FaghcBxUFKed0/LBPie0TnJfBfzhDTMH1EoJrBcJ6sC5rYT9Y9QO81/QiA/lEgDC8n/Ncx2oZ434mVpOHhVOaPVMgJiRF2DPBOyLEYMoJQ2QjC8+3gvm1ohg7xYeDa3F41iw948CJ5YBbvoyWLzP5lITqr0LCbwFyOaw3b5molqDKgyPQSB+VelQlIUa+qYmlLDxmtPTrqJQckTpoonSxnPYFaX4YdfwX0PbPUogP85vkLhyl6/9vx8HgYinV51WGX1YdfLGKo4vqas4qKl/BApAM0hkqBJAyUEsB+ApJ6iBIPaYKGC8YMZBgQgBva5EUOdgPa4IQwxpxJIS+J4YhvUcj6Vsw7dbNaXTCPW+Gk8CBXglhvyt8555hjMxn1qGeWwlrRFovhvPnUVVX8+v/7c1EfzN14ReqsO6COq4zKQoeWJ6PjMBP4AGFJyZzx2fOJzOVUPiyYqGgh/hZIVh6Kr3wgDpApgpfjhzo80BaHQYeXsI96RMHaSbtfs5N+BYoLpiYj8KPdV7vNGNp7hxk/VyTyy8sL4df7lK9qarnzxnNzdmgDlIrZSsy1ZRMGVZA2x1EqGARnA+nP42jTxvTxgkdBvIBB0FgOBj7y9iy9+QpCBPWIpzfB7fo6xzjQ0SgqgiBB8PjotyWldV1xRsknCOm52nQ9Wm8b7Tp668FrEFHytcgVTOSPhocuPvucOmWfzBK54ePYxCp3NRfEKk3q4RPC8I5Iip0UFE/k342VQWqCs/mMad6Q3NMzlJM+FWMykxKRbqUmty1b1hqn1br7q/jZEcskydf3vZPXjuav/OFTV+pzr36KxuyLlyRyuhWYO7Oqprjm/zwatXhfNABhVSNyB/lxSK8QxxaSKQJLxb08mYqqCmwKIj9uZIJAy8jwifWg22YiVUnKxEPHSvJ9wlOctbq4AzpQVEZIHmYSxyUlqtxkoc/W7v3vdKDO51MRw/QcRF8qzDWe487uHfEjJuvzz31D/+bfTds+Qcbectd3eXA81LdEeu5m2I1f2WMc3MhDKE8ozzNDLn7rQA5QUrmKSgQLQDhl31ZveQ5qdXzc6pnJGS4AwwdHndg1fXr4itExcvPdk8z46shaV8t5URXW53y8NItd48uu/NvXdxp/HRb4u1FqtsRB5+WMPx4jMNh5X9qQgJ/TKIA/nalnI/4+jA8wH8j7Q6u0/vme5nj0HJ22XOQjT/AT2sYaznAcAqsuGn5SuKoAqF4EmF740oQCjER6pjF5oqVddZ1C1iaG76zrg1H1fEpqqynaJzZMGchBy595dJaJt25WgY3SKj+D4rqtwPqK4IOqqAVVKL5cfFzQ7HmH++pi0F4hpBSNipaRvmds/VSG1aofPX/2nFpb9cuPdq1i3+Wc/4zZDwi69qjtnyduwtzEL1MLd6SyuC3LQy/WA/WXUiQCP81giCKCpG0BqpbpBWl5Vt8lynEAio317GG52PVmVCeCYw9HIrVCvDp9WCl/bVwmpyIQORwgBnKF0vaKEotp4m0s2xY6+fLpehDf3iOYxrnxtLTuxSyYc9Ch3StQW/vsv66aP3z8wvnnj+/sNFiHPIkBF7yfF0Rh0J5sEtK1ME6iLBVIP3K40ENraAgW/Ej0MPneDogK9av1RBksxCrtJiQxvcB+jyujqxgtcFpCEXXnUv+b4LZL7fQX8xS31QN160fzq8roaq5pVTJea6PIKoSAle+jIox24ArAs5iCs7HCFbA+2JaC97mUDDrw7zzlDBS4wAEcBhDB47RcY8ZURycD+8M6bqkRJXabtiVPJp0y8N2X82dd4xjnMRma5Kow+c7S59hHKDl6+JNX5nThI9rNbxZY31HqAabVatPg5YvQlSUKo1S/Cm4CYUxHk2hqcsomMGPF7BCxcssuJywtmmlbZumpMkbJU+ezmn5gdyO79+3x576yc4/eP3Fe//V5Ei5tImWr6s3/aMN9fz85XFu4VYdDu+M9aC3fEkcLmgYABJF+OlQ+EYvtH6pU9qHwk8rUzjlni8smyIAnA2vGjiYwFTGrIg3CjZXzVYFl8cdOG1OOLKQRMK5zxgYgnNQ4f1ZiOx/cANnpitZyGvizCC/Zz18RzhWKF+lnqGdpmlcf/3d9aU3/O2N44yrMwa3aT26oxqMPhfr4RVVNZgLsSZlCuNFqhIRELlxAu9vnmxzqglhFYJVUBgtK3GWMHW6PImA8EeJQCI8VIar3qkjeG45GYBKl8M4Awf60HjWgYRT7/zrwnmf+88vafP89ZNWtyStNks1+GSoBxeFQT3QytclCCCUZQoh830KJHsax9Rxhoz4PFaBfk7MPMQLcx2rmR53TGt7L4fDa3J4D3p43Ftwr1DGoIf0Jcf6cOWr32LswDg/XhrchyaqEiTEmrr+Aqc/N4lLkVXWnNc1R9GMoDOeAxc/f+5giOH5warPAPV/BIm/EarhpaEeBqN12F98pQhftESUsiHwrMQQGFOkbNbxdcY0lhBqBgOUDF1aWtTlxd17URYfrcPynw+i/UVK8bEl27PnaBm2C+fOdV2+LFTVLWEw/M04GP5ivbBwYRzNofAC4VdOAUOHFfXxYcl4qQgGoUZNkH7mAcJy6RW1inKIQKSYCiygoBFmSWE8w/zbJRgnhCY76UNP47Q6IY1wOBUM6SHiT8/4qICS+QyYyvT6EkzDKcEeB5ejD/uSaf6pfO6V9QtVrGj5wu0Shr9a1aMvLGxYf95oYcEMRdrUSJdanpMC4cuI8uwoz4EjuJVYFT59cFsHAAAQAElEQVQr48HPDhh/mMN95ivjwCl3ZCqpAul1CEMHPK8HVpwxdHoLjGfZgZXQhKvSg1VOgx8vjzfmKLdOOvzyUhd/PqH+TDU3t65eGBWthFRmpSgFWU7qKJNKQGoNmRALUKkgoiwDfA18PsbUwWDyEM9VQw9W8qmz5UraINwNh4KlZLP168xWHsLHUxhDtmDfrMDnsXjjeKVwbQxQCVANpEWMoQ2Hc5ifm6vqQbWOS7tuToczBexYmDxrcwZx4K6t8aIb/+H8qN54sQ7OuVnq0Z0a6tug1SdNq/WiFQ9J9MPCM6miIhIQJHgMwtOq/idWLRf4kTJW4ifITlJum9SOX+/axafExvcPq+b+hbn09NIL/90bePHILV/973xt+sqGxWZyRWd6q1l1J0J1s1b1VaGu5rWuASqCpBciFQQBRkrAQ44CKmBAEM8V9HmZhUUoeBSgQHOYh3ABI5g6Cgg2NopDBxinKGLfbDutsDaeJJceJAwzd7o54CvhcDqmu8Vj3GpA5bFTA/+dr0/d9v84r54755pSLdxmOtoCqW7UUF8eIi1fVQUJCh4AgLe8OQr3uxPKW08kQJWXoujKcWEZ3HFOzEMPxjGFl5xaOI8dSvpX4elVTKkxnln4+aVYssPhVdkUcVr3VDzd8rXxxv/0UovVDSGMtqgON0NH10IHF2g9qGNdAWQ72SpksfgDII9NUCjHiq+PV2CheX4PvMcZcxwMDvHClIMBW/rTazk8fjBW87z2AVjfSshJx8H1jzbOPkXYG+EhAaYcIgJVCQzmYwjznVSncIVwxM63zhFXnlWcceDDOHDRu4uDwSBfZFJ/DqH+bQnDX5M4usx0UGUeesJiiKiqSmIIEtUhohAgUYRnFCkhAyEbXepaGU/2ajvZs1t1/PAg5j8Fyr0h4DEbHb3l61xgru70MhXdlEV+k4a1X5RYXYBYoQSl/iSiVY0Qa0jgeSVlgMCdikEIs0xCE8ko8Lc9gOUUbH3ocYI1AYagM29DsAFThVj1bLdSZzVnTYQGkPUHSJnFThkHpjtCuCuEYx4MJgER9BsNp8qVhWYdYncddHAHdPhrkMEXGD+P59tfkoS6lsSqQl1X0Kgkq9CCnZBSgu904flRjRANSKxM6zbErWOhYugagrdZnSebnwYv4A+VRTDcj4PY7OeXBx3mPzzHXuTwvB7geSFAAab1PE9Pnzipj+WlfecBZTOgv6Jx/udiveHTdb1+IVQLFGsRBSIQJduVYixCQ+jpKf42KQoJCgQBVAD6fj6MmDDBsM9cDY157wcc5sibVX4cVnJocqUvW+l/JXlonSNMiQgC56ZhOj+XWwZIoYbZNA0mk0kQk8GwWhiM6nWcNNacW5NErTkuzQj6UA7cRcvXjb/yD+fnz5GLpRrcbEHvoMXrVsTqOlSD9QgVP8ApBQPAQy+qyqPjJ5BaGd+a4ZKBp0do+TILxk+OaNskbbfc5G7p9ZKXnlJpd1QhPRC0fvqFB/67N47ld77mbXRFHRdu1Xp4Z6gHNxNXalXNSxVBgSRQHgdSZgeDgheEqEFIoAtao7AFZ4Q+TdEsmDoPHX2K+QyNOOC90MFx4PC440CN0xYjofSc6Wmj4Kwb2Ff+YMCY4iLw0oDwBz349Dzw0Z+gDifbueXrktv+3nlNmFzTmm42DXdoNfysxsHl0MEcNJKalf3LsyKMOiC+5zMKz4YxXphfWJ6p4PDli20C1P+sCyFw67LwaEk/S8FpcD2/Dx/54LTz3OfUk7lC4DRvJYGeeNDxnYzPk+rd8nXJ5v/00hjjDVqNtgR+XSA/rw1xeH6s5uoqDklOJbAgKhGiSp4DhU+HrwlcV1FW4TQ9rzDsZ8QQYD7h4YcDH+D6nj6g7L3ZXvu9uUeS48Q6pnV5daAUzoYKpnLOKtqnS/ZPsGUQFIO6ST7zaYM19NQ1RMtaJGVG0xFw4N16cdBMcCEQP4sQf8M0fLEEvaSEKiJWlAeVFT8U4iJaaDgqfEvpJKcWqeus5GRqUpRPy4q2KbK8vKTj5aXdossPj0bNd0PV3QepnljYt7j3CEg6pIr/zhfQXh60vkWr4W9W9fAXR/NzFwzm5xDrGhoDlKfUZU/mQU4lIdPSVVBgQgHsihZDeKg00B0MXjYgjGU92MbrsVXf9gAhyqiDcsBW4WlhvoPBafCUWcCqJFwNTwMdZ+uQ/bbq+e574CAY44QQU94YdP9CTXNO1nPPwlvrInAdlaY72qK/kjVuCfXovDiYNwm84CUKQ/CGR8kZmRYv+L7ntgYbOvgehSyGJhe02XieWCADxDBE0AGsBLY9fI44bY6kgtQc4fgHKSpcOx59tuP8+DyZ3sq+8yTL5lhVX4xx/s4QR59SreeCVqWKA4RQiyDyXZFfGLSPo+06NG2DzJ9VsUNBy1fITBTuKJ8AGB6Yk/WccG68F8L92IMT9VIGh3oxwIH3d2wOx/uXHkkuR+07IL0cKifOg/svcx966xCDVHWUGCM0BH64sLrrujqnxoWtV1lTWJNErSkOzYj5QA7cRcvX9df/3YV9S3pplwafNwzuEB3cYho/QSVsvYlSr+K1ITw0Og39yBcUHlFXUcCXF2OyOMwYWE5CNLlrXy9p0lu+hvXSg+uH3TM/ffT/9dazz/5+gyN0m/p/7fiVDa3lK7IMaJEbkb765hAHVxLzoa4gMUCC00f0VJEUaiWFZBkKxLN5SpjLVO5h4kpYAdRg/V/IKBQqBEtBacxcpikd9tMpjBHGjlwKIjDNOBzMxyqYfUq909hTC3+6GJ7ilBIxG2z/+nMf+OVCyAqcOcxlDX966uTh2mt/d3Ddpq+cX2m8VsJgM7TaglB9huGlDEcEIAEm3LcOUlWK9dYG45mBcD/1ZwIorFJEeO07/Oy7gkLLme9/Kl/gWZAeJ39eOEZnnB964CC3Sq+HB4NVXibuIU6Yn3bkf+dr441/49JicoMFrolWt2kcXB3icGMIVR1ChEr/Q4FL5RiBnHd+K9cGKFwbbieAa2LC9ZJCScUQxh8fQ/g4GKzYV14JPX4IVuuy2ft6Y66DwUHecw7GQUVHFl1tfFhtp6bP4jxB0ENEIe5UgghfB+q0v1pfd408dI3QMSPjDOTAm2++OZzU8ePIg88VGf4WpP5VCaNLNQ4rEwpqnoZSCo88j7/wBPNAJMuSqNwgBOppwX8nrIgKqyWkNJHULQeUZncVuoerWL4bpNwXafnCAo7B8oW5tq0vZ/+3lDD8DcjgF2M1uoDCCyYUTmY8lKso6MURTwRfIRlnWgwSWEWFQoxvWm4ZK5lxA1gPrkexjlGgwZUywly0eRqrThghfBgwdPDigYcOz2d3mLmzmgPS7wPhjjgMns/cKXNEpuHJeeqGZl0XwqdF4xcQBr+q1WALsRG0YmcOnXlejCEcKyQYKfLtazwxroTxtQQmTLGO8dyIKwdaQQkzRdcWdF2mriZQUXbFDnC63JRywOklGHrcqfESkDTjw4F+ogJjoTFPVtJgfAoXBjgpbnmpPi+Gspn8/aJJvFO0/mSohvMxDmj5qhFUyW2qvIVSTUCuKqchhEJDgMYIYWgqyJRNDreC9VMg/T4fMDwEXuh5Hh4Mz3McnOdxHOqme8CYuQpGT7BXEUTOLfJDS/D5sX9au9A1HUoxiChEg4SqIjOGLF17XtceSTOK1jwHaPm6gJav5Q0bLpXBhk3QwZ2Q6hZI/QkqN+uVpnBAqX6JoRdZhWehCKQI1Rp+jhCqYaA4DyZBDTwsqZvwc+TSxNL4dS3NU7XmHVXMD2qyZ5793u+/9ey3jtzyBVq+zrnpd85pwsKVZW50q4WhC62bJdZXIdTzwkuBJ1NIEHqQSqcBlsl6XiFOdk+pU+sgiQIUtjAeamPIWmxSUJA5Q6Y4jd4ixhxzBZO50veufCr7FcCkj4sI0zP/szhwvOU1O1jhPPnOxJrzvg8Evt2cNOFDnFLfjz2kzwFEpEdAxR+cYHctLV8Xb/ovzl+yhWtTrm/LJW4RrWn5GlwqoZqTEAAlCWSmX6zcyKSgJ5AhPYsMrpwI0MeVp4C1uN8BNpLAbIaM58Izw8+SAsC7ZHCavXH8g0G6hVnEai7AxMHo5yXMITzuFV104IQ68b+lePGtf/eyUK//LMLCHdDhbXzBvUbD4HylMFMNUIWoGC1fJnxzZRwgVTDKVCNdwlxhPdaCCddoP6bzZBUAAhUlAsA4+kzvRQEcDmGesJZC2AYQfLDzjg7GB9c8phLORUQgpEOEITtxxcvlrzAupN33mM9qbapfIIWYuRkHjo4DF9DyNaDlK5R4k9Rzv0ml64vQ+hLoIIYwgGrNUyfstIiIiWrhGSnoP9fxusmUA10RoxymmBAqMlkmzZI24717YHsfilj8syjdfTHnJxb24agtX+fkdr6K4SqOuhmBlrl6+AsYDC5ENSANFFeguKFgCg4oAgRCyxZyBqmC0JKlrlBJQWJ+Z047a8UaEgcA3+ZTBlo+MsvBei7jHMUyiudx9iIK5RjKEVC0l3giALMhHoqzyYGZO1kcUPKdvD6ke7+ZDsk4fQkxJ04gK9tASIqjvwRJp8eVmyVIROBeAiJrnFi/vKFeF9F9ikTc2Vn1xWxhs0m9UQP3u0aIchcHge9v1qFyVeD73BgTEijCBxSQAGF9MPQjkDJrcF7onUz3PNOyMi9hvoPBafY9UfC52ZTxK0/QOYUCkynEFOJzZQhjGd+9wOY4sU62bt0qNqguyCp3Kq2RCOvvpBL2qRDn52McFRUlQVlROgq0TqImoZWMe8RIX4G5okuYsRrpLX0u6fVFJEwUZsBUYQECX0ojAa9ffDLKB+FpAuyjB+ctjAvbTyE42LFLOA7kecrgirsD8PSB0uOJGSdQOEeH9+P0hKDQEKCqEBH451feMzjiv9LtHZ1C6CkcazbUUXFg7VXeRMvStZt/d/1o3ejyOFp3S4k138qqTZDqWmI9JEopAqPgFR5ahSAoeBh46KiY8MBYEVaBFH7OMFduUmok50lDvF7K+EnJy/fXsvjAXPLf+aLl6yh/5+vKm/7+OXNx3VUxnHOrxOEdiIObEOqrpKrnJUaYBoAHU0QhLkhIp1ANVIYKMK/0IIlMFF4xBOUHc61QguQi5ijm/9GKMg8EZ9YLFgO7JsgDYyMC7Fd8HAh/QGdEITw8HMye+ZPIgSm/p8+TOMwxdi2r7frIASqFO0e5sQJUoh+w1XrHGa7+a0eFXNOVeFuxeovG4Q0ahpdqqEcSKkA4sghDAn59rtLF/c301AtEpI9yy/eHwUPw9rPSP9jIeHoInijv5QD6ZqfnISTLAYZEPyOmPXQAPieHAiCofBwIhVMQiJ9vHufIGriMj7uJ4/Ny0Y3/cO5f/cnkcrX1n1WZ3wId3SZx7hoJc+dRpg24NtAQJSjVMEDUjNQRDCl8Yb2s5Ruip0khA8qsUnIuJRH0pfQP89UpVrhkpYAhvEcH2dGn2RaAQiRACY4GqJu5RAAAEABJREFU45wLWcYmjLMYwoeDwft456WDDHuf0uPLIuWkYdq7kyGiEAdW6CngezV5cXzDnLTWetJ6nnX8kePAnjgYtW17aQj1JgrqL0uof9W0uthCHSTWPAtqHb+/O7RAIxWySPlNlQfGo1546nkIeST6423JWhk3i6HplneH0D3Mz45/ppJp+aqewDFYvt7Jc/OtTa4SDG4LYf7XKbD+isTBBaj4Jh8jJJAS4cH0A+qAolCKGCkKGlCFiMBy6cljphmU4o1Z5vKqSyk3bVto+SoSQg6xylD1HozCzSiULHKcwHG835QSzDvnTlAVsB+mVy1kBZSNID9WwGDmZxzwvbcfAHcNt4lC+OYCKHACP0HuWXhrXeyq67pstzdJfzlLtbkaLJw3GC1AYy2Q6ablMYBvbu5vjr/iRfpIYaFff55kjpVMe3GmfRsl810rK2gmtlSEtmRIYlXvhXvf58gGfSen5WEcdQVCspgis0kV40x70mHMdOAw5UtMWCIA589GXvVEQLB1q8hcvKAt2GIWv2g6T6V4/hOUZ/MhjkwkCjRoFSuilqhBgtCRpWQ+ue7yJcEJEzET7fmdS8optW3XjZvUTZqUGS0UUFKMoi2XtmktdR2CKKJGlFyQfekMUOYF5gXKR48b81KX4ZiKN+FwK8CKE1YibH820z2jVkKWwbFS/eQFJACU+ydvgOPqWY+r9azxWcGBTSuWr8USL2vD8JZkcictSbcgVtdYiJTWgUdLeJ6E500RTCXAf4TnXw1FCDMrheeVti/JDDue/XaSy/jVnCdPCLodMeQHilQ/fvbRo7N8XX/99P+qs1BdHasNt4Vq3v9u0U0a6itF47yoAiqYgnERrpsDTjOEP4rpjzAktQAFGii7bAUeR+YUKMqslFQY5yQof9XhUsxKYWVozwMXUuYPcgb7wbdMfztFgvEzJ/pBXCBh5mYcIAd8LxyAvwgIc4X7U4z7swhTx++vv35r/anb/t55UuavyTq4TbTeEqrRZ0IcXBqqwSjwhUU1QEShEnuA5xnc2YLV84MVZ9z/3OlWuNt5KAr3du4gxdEipzFKWjYrE4i1EO57zouT5AFji5VOTmNAUkAIzyZD6w//4eQIMw5AsPLjzRgnR8id47KyCLBVz7/z/75w0TfTFYp4I2JNy1d1q4T6KpHBRo3DOoQBRAN8VQQiKnQIkB4KcI+Q0TDKoWKdFUvFSnYwSJapYFEJQ5q0KF2C8NUxCOBwxTmnxBnBRAD2DRFhyH4hcOfL1YNp68EhGWI/sOKM4cFg8iDvvTkOyjqO6ME9HRw/ji5PYVPn7ikcbjbUmcgBt3x1Xb6EL1Sf70x/qwW+WGL4mFSVIAQ/aaXkzNBkVA9kbjiSSgOVL7bIZpZQpGgRSjfWk1QaNUwU0uwymdxfsPQdsfy9JNUx/c6X/191Ug2ugYbbtZr7jVAP/0qIcxeEqhdYBr4KuqiAeBQAz6lNtScKn9ADfh9wClIEUhRYSZeUxPgCryY+IwTVBM4otR3aNgVkKAoHSBRnHUrJMBSlKFT2qxARjmfM9IKEgo7xBLAhBwJIE5iDmVtLHDh1tKyu/yEhNx93Sr8vjKQ4uM3Qg+nj9IWWr4TqOu7pLanEX5EwumM4t/68wfw6HqHA7Q0If4IEVFIhSs2XKipiFoGeBul3rE1pNEiyYl0ppWVWB82tIjXB2uWQm33EXi3tolhp4AZjDbzGjcNMA/Z5ujyJIN9NCglYBaO9Fz4PBpPkCfaDMRYrz7eK4vjcVrn+esRhqj8WIT8nGr+kVIol1p8QreYlVhZCEEeUIAoTyxmFFioUoQjh2nCNVCuI+AfJwqIud7nJubRcl4RSUiw5VaVroxHSdRWXIdZBQx1VQr+kmXW5hlasigGDmuseFF6UU4JbyLK/YzInhIgQK4h6KXeqTIHDnJf2MJBOAmBrvI9jBTjep+hnZq0MfqzNf2b/J6+CnryuZz2f8Ryg5Wvj5t9dvzih5ctGtxSpvxDi6PMSBleDgqH0h88oRgsPlfEsmkQRAhQDPE2lGOWy8euDUdhTKeEhNVq+cjMpefJqsfETpu0OyOIDpu8+89NjtHypnnOV6rrblBeJxuHnRIdXiFZzBJSCQkgnR4ZR6aLIZQi4HCHhpFsoGIQZXK2CPi4mmMpkqlMpL1PSvSkl/0hQdvLA7JBi95ecHykp/biU/A5yaa34D7vJ1juVYKoKEWClMzLE35I5CArzXVocDszcWcWBlfWXachrlbNn3NMO7hj06DcRywIRiWPz/b92vO4r5/M8Xztpw23Z4hYJtf+F+8viYDgX/YVFfIxp/9NRBcLzYCuAn2IHLb3MM0MxK5m+gaVxhzzZizJ5Q8rkBSnNM8jj54nXpUwWpTR8TekMPCoGtjE253Sno52upxNwOITEvBfi1VhysPda+9NH/3fA2HyrnrtpvO7NuHxVSnoT5cYdKvFW0epqKlTnBS5KCJEizKEMQZEicNaVwt3BtTALKIVqGV9xDVPJBecx18UK+V2aiZT2TZT0HPG4lPR9KeVxyelZyd1byO0SrKOW1qGkjl13RpFpgdSxV5gVFIpC43IxiwQolLLNAXgOPtSRWtYiZax1cO0DcWPJwWDyiL33cjBWG67mrabXZqhrk6wZVaeVAyuDb4yDUd22l0JlU7L4ZWD4y9Vw3UWEmUZ+h+PxzgnZsoQICSpSSifJ/7o9D3JJ2aiAFVYoQYRv0ibCt+OSxru6dvH+ZrLvOymPt0drn57bs3vfyrBHHPSWr075GVRvR5j/EnT4cxJH50sY8Nqi6DBBCEEiQVEFo8TqQYFCiQAWU7AYKFtgK7qRC1mlLFDWlZwaKc1bSOPHSPP/nnP7P1lO/wOF1f+I0v3PyM3XmP90Sc1eYU8Q6pmZ3CjFlAKKY0NcDpjB3OLFp9OBmZtxYIUD3Gp9zJUv3yUeTvcIS3wz9qV8GLiTfMcyfox+Wf3/dsSncrI72zb8arFwR6xH51XDEYTWEwOvA46y2r1fuJmHI+eMKQp3OStYMHCzAyg8T2a54/mZCBWwSen2vkI8KmXxu0GWvxFl/J2o3YOqHZWwdsIjZcmPFc8I51vYET17Om3eh3ccTgDn6SzvAUjPemHocQJTxzkwUohj8Vvl2mvfqbRNH4fpX4HJl0qoNkPrqyVU8xpri3FA+VWLO66HGOnp4fT0UJQi6FKxNpGpRTKpLEFVolCPKi1F02S3lMn3A5pvRSn/uhL7n7U0/6Z0y9+YLO35QbO876el43fJ3Irl1izRmplb9tuhUL4zwslxVIHL0x6kh3nH4o2NrOcjDBA+HDhLHU/cWTrz2bQ/mAO95etvrK8n5bKSh7eYxDs1Dm4O1fCqUI1GjFNwajGXPkIpwK+LPFECnv1ckuXib1HFxGjqAU+YQaRkoRSnlG5fRWl/mJrFHePJ7gfaMnn2tZ3/29vPPvut5oMJOrRk9XdY6vq8q3Vh421aj7ZIrD6L4H90tZqDRBjJ4shQhmEF6hkOEgbxPv3hR0CZJFjPksFSSsQ+5PQKla1HUJrv5bT4FzbZ/Zdd89Z93Xjpeyj7/lJs6b6Sm4fM0jNiZVE4KCe9XzaxJ5TCS4sKn4/kBSIcxy86joVVoC91gmY4CzlgnLOj3wbgruF26LcG86feSx3T1NE+r7321wYXb/o/nS/DcK1Uo81ajVzx+myIo8tiNZoLcQBRxXR8kAIH6eC+NQdfHoxvKEYHbnDf5uBndsk8ZimhpHZiqXvNcvOk5ckOy0v3CqEyvreSyb0R3fci0nYgPWmW9hoVOlgvH459UjgRzod3HNwXmb8/6fGDsb/gQMRliR7ex4HiD4ix06165U1Y352/4erBYP5mDdUWvrXdIhqv1BDPJSoCKoHLIqxPD2V8BcwHYczz9SiGwiWiuKEUykJ5C2FsWUr3Iqh8iY23B67HME7+YoDC9RnfS6Xr3m6y9BepHT9ccvsiLO0WLiRlHswow0viNizeEZTDU3SBch7Gn+Lo94bvlfcH9js2hsP59H7YX7GPnJiHj+c4Mb2drF70ZHU86/fM5cDGuDQadKNLCsLnM+S3TOIv1cPRBdVwLqvW2YqWnI0n3igvRAK/O5omSTy0yVrLrsUIRXQIFlkYBJLaRku7vEtzc3/My38aYtkea3163+L4qC1fxX+HJeknQuQb/HD+18Jg/gsyGJ4PvjEWfvozlxIQuPpnqYCfQEEDHaIoAnc8A0yrCEQj8yqiZlZAoSU+Tdpxasav52b50dK1X7WUvi5deWIymby5YXGwb27PO/uaUXwdHZ6g+f67FFjfM2vfFiRUgWMQhcIppYyOb5C5FI6nFGKBqEhZBCwQCjA1BWbuLOSACbcB4VM3PjzNgN4zBdR3GGeJEIwdi1/ecM46IH4KId5pOvxiqOc3jxbOOY/gkRlCNUBEwNHgoxQeHJ5hql0J0AJxCK95guMX4Q+3uhXezzS7iHXdLsntg2rtH4vi35UiX4WmbSHjYQu6A0jfKSn/bzD5Bnt5VYQDwLUWYXen1zsFDh5+kAGYuj6njzrb5cCiTPP4dFYIrG+iTPNE83mkfmr5KoPmYmj9C1pVvyZVvUlDdblKmNMQKI+CqIiUwq+2hVLYAOWP8OVStALrQrhuJqREuSIiXKhgSEEtqdIoKaXNb5XU/bmW5T+kfPoOkB9EVT0/GOZX0VXPW9ftVLWvqZU/EnQ7FOn5oHksktVyC7POfIgYBSEqRNgD5VlKLRLDTBln5IExn+ShDz3uAPc1sT/T44SwooPRmScHlJj5GQemHKDl69xNX9kwt3zuFWrztwat74xu+Qr1VRoHcyHUZhScfPAwqihd0CCi4OnnC5gkS1S/CngyA2tpEQgFiKVJyc0ruZs8rqnZXkvzwLBUz+578F+/gyfvaaeD/+znXXdtjZ/85N9aN2mry9ocbqV4uMM03ggKLgn1nMQKUAUoKUQorjwsRuIM8JABhRpU0Dsm4WARci7IKVNf6vZSwLxcunZnaZvtpVl+OO7a99RPdtZvvPHY7y09+eTW1v8/yrfu3bqY8ebrpdvzQy3dY5bal/gWudtKl8xyP4ILpEI2FA7AAAJFkICgAeKFPrgDM3c2csCX/r2Qfk96/ipPplvFcxyruT87vPba3x1cdOPfvDDlhetSGW0utLKEau4GreYu1aklGyKBHQmEz957hPAxuUkBLQRJ8vPsdz0Y52YuKQu3+thyehUp+xnYIdZtGwQ8+trD/+Lp57f9wUtPb/sfXnvuL//5y/WuN5+py+6dZvIQW//QzF4uOU8yNTXY0c2pp/GEP5wGIw8c3rnwQUyZwPjUC2tIH7X+6Svl6PlEjbTP/PCH4O67w+VfmGywC9d9IoRqE6tvEeimEKsrQlWfw7AKGhFURQWUYCDHjWxz9FHGGcJHFqMRspSSKWbISPpiRS3bsuTynJWyE7nbXvJuyts3f/TKjn/26kv3/eNdT2/7J/teevwf7w7huh4AABAASURBVHrlB//stduv+slTJbaPWMkPCC2UKnmfWGLnFGMlcaIZoHQ3H4lincMyDUBYREr8CXfij0PhZY4DuV7pAFZjB8pPcMwH0BPc5wnubo2Td4JnO+vuQzlwLjBXNeWKonJrwfDLGoa/PBisu6AezDMr8jwbUpeU51Armq/qaigaVEw8q/Dcl2KKbMGMIfOTtGmsXVp6N3Xjbalb+pOU8/aU66c3LF5w1Jav119/adTU8ZKudJ/riv5SW3BHsrDRpAJCBQlBKLWEsktiUDiYQ1lhyPxU4qDMgPAHRoHGibjo6lKypp2gaZfHXRrzcpjshOVvQPKfcXavPvvseR2w9VBZAuC1q3c1ot1bXW5ebNvxj9pm+QVayZZT2zkNHL8yFR4xtszZQO5ASVcgRJjJ8YX9eJTBzJ9FHHDLlmN1yn7X92CG+f5keMBTCfJNwosQR3bR9033ze3eICI3mMjPmwx+BTrYHIbz54XBPDICun5Psm/uQxDCwyHckMKb3/epBO5deqfTYOyGx9rpsEyD14QY7+JjRyjdt9n8Pu7rp7CA9/zPFU8+eUOyPXsXU9KfoKT7SuoeaNtmV2obCo7Mo2A9vafz4dPi9Ckr0ANGRvg6eLgfOOBWGhiNecUy0oGSD47dfbde+dZ8VRW9RCT8MkR/Mxk2meql1WA4qodDxLqWEKKIKBSCoAyVtJDBpXAcH6sUZAqTZKXk0uXOupL9HzdZG5Ab8rN9U5D+VC1/FaIP12hf2ZDmx3ivs3vuuafEsb1taB9WmMu9XbCOqz1FyR1lZ4eua5BzokxT1HWFECK7VpDEnlW+gg58gBPy0AFvQAgrO3AKnGqRUzDMMQ1BDh5Tu1mjjxIHVixflY2u4CeKW4sO7wyx+nyIg6sivztGftoTaiLwQwMIBbUoA+5qKVksF7NsWkyUSeH7U0GLVlqbTLI1r+TUPJ7T8o6u2fcgxsvPvvrg//jOk09ubfE+7sOybCEOdC6er1W8rIRwTZFwqUkYQYOJBIgIhB1MYYw7CnPKSpxRM4AwgjLMUqJwocbU5WZ3Su2LObcPIaf7JHc766X07IvfP4cXytbiLYlD/T335Nd2/sGyle5dlPZlWHrdLE+KZSkUkhwC4nTxjRYUpxyZQ7Mr41slBbcQJObQPmepjzwHjAfJ4RM14Q5weAKMHATfL312/zDuFt83feJDH275uubG//zCUG/4hOncZpXRFg1zn+ktX/VopPUApoFUsBsOIsXQwzes55IMYxF3KhU1MdpUDGJ0mUpbIzmNx6U0LyO3j6Hk7TG3DwyteebZ7/3+W89+6/ff53c5t5Ynaeke5votdvODnPLjuWv3ltwyeWRzIjkn3HOaK316TMh5YVoYogd6J3yugtHeG58rEIZezJwP8b3l69JXLt2Q9p5/Xc56qyHeAejnNYTLNMb1oQpVjBGB6yKi4GKDOheEnbr+pcwCFfBsxVJJVJH8t20TJUlCKZ2k0lD4TpbM2mettA+bNdtUFh9eGA1eevaB/+/enTv/gC+R7Oy93s4Ly0t1Gv9EQnkGSK8a0i6zroO5Wum74AAKCTOCohbihDmBvmd6YOX53kEOzvEmjoPzTlzce3acuB5PZk++rCez/1nfZwAHestXDFeYyS1Z6t+wUP1CHMyfXw/nS9DKRNT8ZAlMqiDi72eWeejbztqGaI0iPJTCulkhjSVd6paJpXdbLG83mXxHJN1fiT6z3vYuHitL4roNsV43mg+j4bwMqyh8E5MqAhRaJK0//WIGoVhCSSCNFE6Z+YYYAmJfz1D4uZEUW84JbTdBk8bLxdqfmOaH+Pr5dcqX7w7a8OoHWb4Op7/Sqh3Usquuq3erOrYiwn697wRyCzHWRMW4ULdrkNKEXXQQLcwrIMGYubOXA8ap85DBwBPWK+q0RfQh07zgjRdvIaCZNTviw73NdRtSVd+gVv2c2fwvQedvqQfnnFsPN0AilS+eBa0CQlQEEagR3IbgKTaeH3956HKmsmW8go2nSaiECZIlmYz3ELvfsby8LWr7J1HL9lh1P9YjsGhP5tqlOlYv5JJeoJKwZMXnwoE5R5xi1w9p6I+ex4U86ME1YO7KEwecrFQGw1Uwj+yDCqsFoJQljzFxmF+xfKEJlxYNX0qGL3dFb0KoPlbVg2FFORYCm9KDdJDhlBNGZMqqTFoKYqWsrlbQGX9KKl0pls3E1JBiSsvapn0/TWnft0rZ9++ldI8MR/OvXwi4sDmMoEOTO3denHkHLNN09lbJ3TOW2xc58DJnpBqKhEpQ1bEXsy2/FEyaCTg2fO4O781IuwOroWe+D8iynufvU7QWsk45DXrKR5wNuHY4cP3d9YbP/p1zo85dlWz+1hIGd4Zq+DkNgyt46kZChUqU1iUEKERVVAJBYxglslkp2UqhumJC0U3hQHGQStZUukmXJy8Tj6Uy3p5174OlXnz+lSf+5bv+JnysDMjU4JJKbUFribw9YhCQIoEy5NGnbBTQWYGVTBRmAiIC/wHM81iUiA6WG94zk10lNy8UpIcgeVsKeOSlx//x808//U/4iXRrgTfi48N8HJZUaVkkX5bIp+RNijOGXIGPLcxVgnFyDX6lgWwTl0akCfvxYaPMyk4eB7hx+jU4eSMc2rMw6WDQe49T2cI0BEMjPETvjM/CHePbkdEP8Fde+TvDK6//ux9rUX3Sst5uVm2p4tz1dTV/cVXNj0IcAhLYD+DdiwhECEyd8AYVKADSYuKnyLiNLZdiKbWS0nic8vLLqVt6HDbZHiQ/0MbmuR8doUX7xbv4XrLw03dD0Hc0SKNUHTgSTt/+F47tYHCY91ynbYriHGENXwcHo/TTmD8dGXrFvOHQ/wuyt3xd8pMLz7Fm46d1EG8PobqTsvXzxCUS6oUQqxhi6HszcpzCgXF679LBfWn7URgrZlwV4ypmJMmlVWKxlObHXJsHu7L4vaZ74+Hl9ievPHnv1sV7792a2NvP8FvLTlrIDHnRLL1ZLL9Nhb+DFDGO6OtD8QWhmC1Ml0LZSlrNWNrTeHj3U+6BXJsCH+BW631A8eHZ71v9fQk4vOWaTftpW7PEzQg7uRzYEM6fr+pM5Us3W6l+U8Pwrmq4cH41GFF1UMvZD5j4udPAn6h0AgF4LsVMREuMFV/qAs+i8dNEp6mbON6x0n6vlPZbuZQdsPaZDYtjKjQ4Lre8vIxmqZNUTCCRAoEQbmFhsgfjHMF4JgtvDkYRQuhhFBgUHEYBQ7RW8hglLy9KWX4etnw/afzjIvbntrz4lrc7GoRuueSS2pJym1MqxrHJKY5LSwaJKUwbx4eAeVN6SC5lLQmlQHMBdzTjzeqeOA5ML9ifvQ7GxXOA4aHAMTphOwemPfqWnsaA1bDfJOKnDUfk5ubOyVX5HLfcL6QsvyyobxkO1587Gm1ApOULpsi5EAnZMgp/jOgHEEBUoBqg4lZvMVAJA/dt6VpplvdJM1l8R629rwrpTwzpfle+1u/ZcOQW7a1b7dnN53X1IKTBMFo1qCAcc7r/DdOQwTF4so/k/uyGwoqO1Zom3AE9ODp5wCeYQ5YUWgYJ/whLHgn5IMZWfV3WYF0yiHwsBK1UQm2SxYf4FctXDIPLs+DLPPx/LdSjz8Zq7vxYzw0CFeIQXYYJ1yQjJ74Ugsoe+9ag0BAgShnCTrvUGVFgKFwi43CK0oXULEnXLr5eSvtVIP1baPd9oHnzjY0vv8+nYHb0IT4lSi4rDfdPIwiU/qQrFaTEvUIZBrpIeh2MopdpJMjjzhuHJ/uQXEQPTF2f6QycJrFaZpysAx/kvI1jtZzxvq/VtIfM8+AMhJ6BNM9IPk4OXE/L16U3/O2NlehVKMPbFOEODfEmDdWVkZIh+L925KEoPIniTlVFaG0C5RKFsvHosagwWYRxMaPFu9XStWNL7UuldD8gthebPNjV+blXH/zX7xyP5QsHOX4ZAUUQBBRcCAyVkB5ezRgzKEwcAsgKYCj8LJlyQ0E3aUtZppI4ft4wfhBot7WpefSn92990f+lI47SiUYTk2xm2UphACjHF8I4rlGo9pmMiwgECph6qgeYg5k7BRwQjrEKRsl9LgQjdhiYPMgb1+f9AOZPgQ91xnGmmI52cGUx8FDBdwQh7FEAPs3BM+jlnpb+xuW+wXvdpVv+wej8m7dePKkWPp1t7nYLg9uVlq9YDWj5GowqfgLv96OBYxUSMYVRuSgcwJFJI29cnmblXlaerAB+Ied7SSe5mSznbvKT0o15uXfbq5AfDIPywis7/tm7R/m7nIatW4uEkDVWKYSQ4ALEjDQRpIERHKk7uMX7xQ/vR2zKW3BQhzEsBNUnJICKlPFpXIdCMJdKqliCMuxPqxjL3QtPtAPgaYdROctSLA42HKhw993h4rcuP1dxyWcQ6zs1Du9UrW4OcXBxrIZzIdRBdSrDfNpGHhj7cXCRIAGEwEQ4BixzoKkOpJBC23lOUnK7L+fmRylPduQy+R5sz866/ulrbzz2b5Zw770+JRyV6xKHt2SQZNxvhgh/1yVZnOO0J14EUNVpgjRPI9OnkJdTgDHCCBzkhHGC2XCgrwU6Zvbx1ZBZvfdajj7Bh8c/BP36GIShn7f9RLPlWvUrnFyr5M3oOhkc2CvrF6TTa3j8b4dUvx40/nwV6/NiVZWg/smRoxq4kSEaeNw0+pamhgGezmJ8iS69PMjUN1wQtBO1Zlmt5Rtyt/wXoV3+hqR8P2p9bs+7by/hhLk5dllJRE2hGKaA8IcDUBjQ9wKjiAJawViTL3DIJJhlRsrRtcvStouLJe17BmXfdhL9zVzkeyOM3mYvx+ll2t4E4k4ZUFTbKkiEC1FjuRklbA8FCWU7IWb+5HPgcD5zo8MgK+BikAQjpt5WShgAslprNQSd93cwmHWQpzaDQ8ERvLrXMUAyoISfumAKgQJ8shErghBeuMocZSKyRcXwUD+ZbDg3hHQLFa9f7jD8xRLmbh7MrTtnOFoAlRz2UYCcIFQmAk8yP96zvwLfl4VaVicFHW/Zjoc6ZTOjRkb7FGIRKeMJsfy2ds2fV6X9ulnaYVGfW380lq9DyUUJdbagTRZpjJQVIy0EHKRKHCwgqaQZPfgESPUqjPEewukRWHE8WjgYYD2HeCbjYkytxMH1LJQVpIPzN6SV8ZXntVe6rIMWwkMulHIcEVLn4DoVwgCqsSAri8XRO4YbbuBnyOm/dgwYXgmEv65h9B8T12scbdBQV0rZJBxXTGB5Co8LGOfY5j2qwX+7i/2bMV9olVSpINBAQRbSpJHUNK+ygz8Uyf/WSvPD4XDfrlcuRYtjdC277vcAB86UsQUVXI5CI3vk/iO9IDUOYQ5IDVbcNA0I6+xHX26eSQZxnUCwIqtgFcxa8Szo668k3xOwH3wIxPrWIt4Px+FaciNPewmUtdPYmnuSq2uOphlBJ4kD1177u4OLN33lfMS5a/Ng/jaJoztiHNwYaCKPsRpVoTIVhRCU4J9+AAAQAElEQVQaVCQoExTZAikQbmnw3GhhktLBPd/CukYtTcZIkxetax9F22yLiValtO+FPff9i11H83e+fta051ghIvQ/QuVFTUFaSBkPHDUbP3CFdQzMp9AQwkhtTsVSankHNZNS2jdLaZ6x0jwAjKmA7Xls187/90uv7dy6zKbH4aeHvJCmvhMBaQN64ihUQZBjAHOtr6MA6ZxCGJ/5U8eBD+K3kYQDWI0xE+br5pGDcCDP+3McVNhHjU8Hg9573NEn2KNwBxA8VTxgsH4P+y5hHV4ooJOVWijTG1mUIfPdX7xp69y5m/6ry/mecSPCcAtCfbsOhp8K1ehj/NQ1DNWA1Xipm7EXPxWGwG2n7Fu4H31PFs7Mt6OpAH55Febyk1NqeV4mzVJp2+dL2zyiudsm3eShZM3zx2D5wsFOJJCikIyqJyMG0rAKYcZq/EAb0oYDMMYdB8rf28LLjA8HWN8x7UEOSYHzNs7bPJehkBYlggCRoPQD1VAOQC2ZitHK6sBYxjZWWGKkOct0Xa7/t4jXvHrbedGuuzli7q8Uq36OPd2kUl8kWg9EorJDtqK3KQSKGCqEEFeKjKvDlWHHhSMUhj4gl43ipEBy2mepe7Kkbrum9nt1+87O8xer11/Zcc8Y99zjhOJYXSmcvUUriGYSAaFc433ACHpHmmH+AASHOk87wBIhg2RaDZzlClZi00rwYgcLf4b3Wo7Dq3ne4VitY+zfy1bTazPU/WTNIh95DixvaNbFFD9lWn2Bytevaxx+oa7nNtaDUanjgC+lEUIHVQ11pSHWwpdhoRXJ+InCIFo0RgtVpLwWsZJCSbR8dUtvobT/QfPk60XaBzt0L+4O9Qm0fB1YGooDUDpB/YBDKLoggiKlZGR+n3RZJcJ8CrOggeVqxrf/dryMbrK0V9H+sKryvRLkW2ywHaV6ByfM6aE99RLImEdh0McZ7T0lkLGuo0/PHqefA9N1WqWD2wuO1fRq6HmO1fSBcNrel9kBHJ4+UNNjXkchUAkQEW5F378J2RIKL3ooL9oAlve1uIeDlVat67DfjWHnh2B3IoRfN6nu0mr0mcFo3YZ6NA/wQs8ktEzJ4Bjqx5r9Abxigf5EF/ZlEFVUVW1VXVEG8DR1LZb37RbizdJOvhslfVWLPdQN9Ce7gON8UQF8CmaUHxzaYAJ3/VMgjDtv+pBxTHOoeDBmOOD6SmzNnD778DTzp95LHdPUIU/hKITPnxIPIj2voQxjCIj97zsFKJW0Qn4lypHC1XGKjRTRsmmkwIqZZVoOJ7ujvnnu8sDqfJ1o9TeD1H/TED9ZEEaQKogEGAkoVLQL5VVhn1wIaAio6wHqwQBCueWrUthf9vFY2YqZlSRWOrHUkITuJ1HKPVK6/y0HeWLd8jl7pv9iGyfEFSjpdFoD+1OSKAwdDOChw+MgF6bAfifMk/2p1Qh5Bcf+9GrkmEM7rOX7pT3PcVjVNZQkd9cQNTNSTgoH3PJ1HS1fYoNrW602U4vaglh9VsPgshDqUdSaqoD60RKIigZCg0BFEk9NR2nQZSvZBYHAzLLk3GhJk2VL4xfN/6+xNN5u7fgh2WMv7v7+v9qNnR/4d2dw3E5Xe+Dh6gWvpxmH+RwIodAwuKwEhZilNCmp+WnpJk+rdfcPKttehfT4aw/9f15+becfHPeF4qO/Fxyf9Ezzp3EK6/050/zZc21xgPuGBE1Xi5EP8NNa4D4zAnTWg0ejD8FVnsaZpPf6DkZ773GHJ/rLXJjyPa2+QxJMiOlvJUG4v8UrFSpgmZdiO5AL7tq68LHb/8sr6yp9TgPuDIrNsdLrYh0vDFU90Oif33mJCjsVXqIMqSmg8OI32jaMB8OVCofTwAHNrWKg8pfSGF23vJSa5efbZukRnu9tsUweyu3yi7t2/sGeE3WuXclwrgGcOwTTEO9xXvqeTHhLx2qJx48EXn+1HleJTKFywwgQyMjoFh/ymroRecVsr+prI4yTZ4WKcQ8pZpq9tbOTYjGYSBwku/Ciql1/c+ns50qxL7D550KozguxjiFEUeF6MNOpEBUXr/Cewb6Nc2KH/bg+PpcJoOz1tRd2htwlKl/vSml/qJa2VaH85XwaP/KxpZff8P+ZA9jqLGV/x+u5X1bXxLiLif09Ou0HY3/BSmS1bCW5Gqxm93OEp1ZLjjX0PlZxcB+ed3B67ce5I9Y+kTMKj48DSstXivFTEL0zI3wxSdjMV95ztaqLTn+BnAe/+DkXOoUG4WkWt3x1fLVrUrGGGlibOktdJ103UQpnSc3iW7lb/g/WLf+xlvZhNOHlXefiJCk0Ux7kkCmuCjIpJMWgrDDhXUOSoS7UlFua57CQ3tQ0lFsNkNrdoaTvB0v/oXTlz3Ludkpo+TKPmTvrOcDb1TcRuIkYogfe44S34yrgcV4k3rKPr6TR5xl7sL69lzs8Icw6GJ5nrM+rHLxnEapAKIT729Byj7cw2oqMDuDIJbD6AKYShm26iNXu4kei3+BJ3RIru3YwJwv1kO2pxHmfbAORgEBLmFCxSJm98dNilxK8PFYVaoKH3YwvKZlWL1qIZby0S5rJrjcN4+9WVfo6799H2ja9+vbHLx/jRLlETpEfnCB7dA7pSigwcbCcOb1nPSH6eP/whKNPgKyZAp5HeGXHavrw0Mscnl/I0i5DkqFChCtgfLekAmqYNBmTNqPNBRlAoZZrgSGV48z1ydJZkZSz9L8+RqLDOVWob1TV/3PO9tdTzpeCY9SDCsPhADEGCOUTK3KnAXWMqKrAPEMqHZqu4ZgtmibB/zGk8DNglBqVBI1ixdJkXNrlH1ue/FsO+W8L0tML+e0l/18GSN4J9D1zTmB/s64+jAO+8z+sfFZ2BnPALV/+F7GzDq+zMtgsYXB7qIbXh2pwiVQU17Ey1QAVuv6pAqYhEAodyxTVHlIolhCDGfNd+eqa8TKtSS+kNOEb8mRbat99qF3a9dKu50/cGzLex7lmR9lNsWZE4SVV0H+yIaWQAte9goDkZypeE6R2PCadr1rpnlDLO8TS/dUYT/3ke3/w+ov3/qsJ1oybEXLqOcCNwp0CwojV0OButczj74VfogfDL1rHaqvVstWWB/LRj4QV52OVficbzO89Kk/+6bE/fbz2qRlhimI0XmVaRkbShqtimv98kOGdQevb+Jns6hB1Y4xS812K/XiP3h8p4sBFBIUhGBoYN+Yby431CDhKmp6XbrzEF6rnchrvFG3uGwy6h/Tc8UtvP/2/7sO9W/3orVB+fIF3VDghk9VJ9wTCSJ/1XU/TYFp6eAx0xpQD8JacCUODh+8PFvWe82Xvhz+9yPtxtlMVQuCPEAal5BPKFvJLGO8BFAWMlY3SsTjPcsql5DHZSZOjfbIS2VJX9R1ck8+I6AawHUNAwP5yDxKMftooQE8T14FhYScOH0BMWU0g7J3KMQVZ9yYX6DGkyXak8few+Mr3L5zsfmv6L8u3ekfs6wR4vqv2ZHmPztYT0OWsiw/ngH548az0TOaAzXUbYsRnKGN/PpX4K6KDzfXcunPr+XVG6xegrnDxEYLGUDlERKVQymRKA740m6iWalDZaDSQQR00dcvSTfa9mXPzp2Lpq0W6h9EUWr7Odf3opLNLinI6LrqAQhrbrrU2NWZGqrVACbGO8sr/Ps6+d1O3/IB1429zPn8eOv0Blpd3n3QiZwOcIRwQGIS0MpRDwcxD/LQWWNtbGGBTsNU0j0khWACHsHwK8DJF7/o+WGdar8+CFxoKOl7oiSAZCCp9n+h3ehIrmT4l3vfnUgm7S1H9VpDRbUGHV1VxMB9jBXc8AzDhha4chJLdOFCXeRb4gqK0tsS6QqBAIGm0tDTWTiYcuoNw3NKNxfiZPmj+dpD8R5WWR9ohLV/VCbR8OZGrEBJnzimCkzbOGA4TzwCzcLBb5TOMuUSf9okwQ/qQ+b1nIfN87uwIfXeez+FATEs9A+BICKIIUAitYd5P0ADKQoSqJsjXEFGUShjAVeKDcaHLKWtKXSk5L6LkOUvpLg3xl4fD0cWjufk4GAwlaEBmv23b0ZrWoEstXMGWYOhyizY1KFxjdofIdaHyZoNBbXUVDTlLapuumyzu7ibLTyK3/551/0iLPnteqJf8r9eTmpk/wzmga4H+GQ0nlgOrli+r6uuaMtxcZLBF4vAGjcNLYj0axWpg0ChFlDJHuAdUVFUEIoUCI1PzKpRgBqECJiSuSLZGc54slzSh5Wv8CEqzLdjyQ6Gxn+x6/p4T9rshHOxn+EBB6OJXKbyEAO8dl8AFsAS+kKIUWujK+KWSm8dyHm9PZfmBFPGjF5/85z998cWZ5etnMPgsKRZwf3Ou03A1Dvh+x4qbxg/U8FofDG7AlXbTwFs7pil/esrhcYcBUmAOWrwKdzZzAKfBI6XACr+PoVsE8gsqeCdGuTKGcHPQ6grinKCDStUNMAI/BaIC4YnmO1TfY6byVdgvtQEEfgaDsB7oWLlQ8cpdg0zLV0nts5a6nTxV9w01P5yb8NLb206s5Yuj9j5aFjEoSSClELh/P7AErDjlqx1Uw+MHADqvulpvNbSVth4aVn6YZ6zvnqzolV0ngooUcs6eDeeVhgDoVNZQHILykPwl74pQxiBZtmXidWY+xvFeUthFYuW6oGFd0CghRBG2dwXMYRBgdW243pmyKlGbLmRCX8Zy6UESuOg5N/631/z3Vn+QusmOkpodc2Hy+Hllzzs7d/5BB2wtrDnzZzgHfO+d4VOYkX84B4yWrxDCZy2Hn09W/VKW4aY4XDinGi2YhJriOEjhqS/FlCGFi1EkANkMbVus7RgzsaBqIkVSGuu+PW/Lvr1v0/K1/KeK7mui3SNo8NoJ/d2QwyfynvQcEigYQXFHgDJcJRQVLcJZUOFC2+whdr8tGN+nYflbgnxfruqn5va0+97T3Szj7OWAcOoEjwEcME8cDvBKdBiAKeSgcDXuZcKzw7u91xfE+1ppidXQ8xyr6b6fwmeGf9ISSmIR9shr1fUA445ml3y5SDyM6Y0q2F+OBuGhQV1JVcULYqwGqjVEag7PM52pLJhCQ4BG5RnPPM8dCj+XmRgkAFDhg8OJWFUFYTVJkyVplhZ/Wtrl71AT+ypMv9+04fW3LrzwpH2iN+sJiQIJRqKMfCGFcHBC6AEBegA9UzF10tcyJqY4UMtY2/bnkyl93OfucQ8PBxtwdPT1UteiI7L5elBZY8e+Ol3qkJJ/NBWSocitORrk8EZAeExEv1YbvkuO74KlOqdOCh3naEZZZZwbp4l6MEBdc60U/ZqAM6f4QoEgF3AMs46Wsq6ZSNssdrldfLuk5R+i5K+rtN/qOrywITXjmeWLy/UR8twOH6HZnOVTufKu3xleeevf/VgJg0/lMLodcXC7VMNP0/p1sVbDoUQKaihf2iAqQTRERpSSRVEKBQtfxyjCTCigmQtYltz5H/xbWm6bfS80k32P8MVsm5bFh3W5e/ntE/y7IUe8t17IqAAAEABJREFUfIXb1oTVZeWRpaRWMm+T3C2/mNPy94stbwvSPIC5vc++tvO/eXv6L4XYZOZnHFjhAPc6r3NP9NuIkUPDacprsYhe+trGK3MKHhDmGnGwn7YCa30w8F7nzZhrvIx7ZDNevnut5B8Z0kMhlofrWD3Ho8kamFfRqMrzi4rnOZKywJBalvBs0BtzTApESR/DUjJK6cD+AFq+LNOIkrtFS+1zlpqdOTX3qS0+3I3Hr7z15D9fxAn8nS9O61AfPUkJI04sOHN6DwgjvHQ19PgBGKMH4K2Y0bcQz/bE+6AXFcz3Kj1Y2fkD8mi1sXleD+ay48yyzIWgWISxA0ZRckn82YdkL7PKIypxW4A8WGt+JlCVBXJVSic5J6MDWMn8wWn2a0XluFDlKt4Zy4QsYCVj0oxad8ldyt14kXg1pcmjOTfb+aXhwfmhPvnpjQvvzixf+HAnXCg4w4k+zrQvHtau41Fdu8TNKDtKDizNnYOsn7MQfiHr4JesmtsUhvPnhOGcFQ2SiknqshaGVRVlOKilHtTQoEiZ4qZk//2DMqori0Gk5EYnS3t0srz3TaTJnwZrvlasPCKtnth/FXU00zzoQAmFpFjRkjpN3TJSu/gWrPlzRfN1aNlhsXlu/Z69/HxzNAOcZXXP+unyJoTAZIpVdkxzV1PwGuDVDDFeqYTHp2A2/Wp7Y0MH2KKHJxyrabhjJU9zTBGBiEy7Kt43yzPv5NRZTumVYulrVib/3oI92eRuV9d1bc7+UUwgCGALQCjGJTJgmmOxGzBgWuBnWwRIXWNd25iVVkpqaPXai2a87w2V9O06lK8OYzjpli/sd6SV1IMQEYgIAIKhrIQewJ0AzAZgh4FJelnNBity0rICePogGDtxYMXZtHrfK6gIhSoiVhW0Ig9Zt8uJMrEgBOaHgJJoUWy7MZn3aij5Uc3l66kr31FLL9OS2AaB8TWW24MvrSVJ4SdG4z4R9u3IHCnR1OXIXCBz2lw7ZjvOzawUWO4mfHl8vaSl70O6ryM0386aX/x4NTe+997/Kq+QPgs+Qhzgyf0IzeYsncqq5QsIn0yIt2etb0c1/JRUo4/rYDRE5ZavILmI8M2P4sUIUAQIeuevf6C0oCRwecFagtyIdePl3C0/X9qlRyxPtql2Dw3TabR89cROH5RwvAwL4ZdR2lfy5HliJ6y5r6qWHxzON8+/suNfvvvkk/e00xaz54wDx8aB/o7kBeqh4729+DmalhhP1eEA894PAmUJbSi8umkY4QXMM5h581vehZKfLCU9UNDyE/ruR8fl2TdylyelZKpnxopKcFx6nmmwI1IIsLA/ySLsW0IfN8sohZ/RSscvX8mxSG3sudROHqZUuG+hLg/Pr29fPumWLxzknD6Q+B7M7yWSh8Sq9+LVeB8anw4G7+u9wYdhtdG0jvdEtafnm6gC1KIKqzgPC7nr5RSYztSupG5P6bqfIKWdYmVb6NLD69586ZmX7mv2cColUnDyPVZEMiDkNa2OYOO+X/ZdjCKVHWaGHjejaZJxOLg4Jbd7S2pfttzS8jXZkcr4Ydji069d/dKue3trJDvDSXYD9k82wCGMz/xJ54Cz+qQPsoYH+GiQRstXlPK5YnJX1niXhfpzMpjboKORWVWhUABkHn7jaQ+qUBHK9wS+EaNr+KZN87eGgBhUYHx7a5c1TfZJaZfeqND+aW3d1waGRwan/He+3rs8IQdQdBEGLZlirEti3WtWuu8Ua75qaB6Sgf7k3F1Yfm/rk5mjJkKpfTKHmPV9CjnAAwOjemAc03iXTsHEYV6Y5rFhwA2w0kKxP35IPsBeesCUCZ5FRKhRUUo8nSnl7Kaq1L4ApD9Ua/8dd9WTwPLuFy9Y4jdDQJSKlwiKgTqbbzhGpDCeqHxlZBYU9q1Caw4CSsq0fnWkPwtlhFShYBDtjWGNb8eYvmaavy+j9PqFOHm/84X3cQIBOA8wMALuGHI25I8njhZs7J0dDu/8IBjLp3D+GRK//zmyGLIZ2pTQUR6KRlMJljvyr2mXy6R9uTQNP9WmPw65/FlM+ur0r89vtUhSKyq7kfMJXJKgxUQL2JwgXa6hcdxs3BeoOEplrGGlsHI2oU497prlV9t26VHL5Rsk5M/qRl957epdDe65p7D7U+idWadwuLN8KEqBs5wDZ/D0r7xr6/CKTX//46HET5cyvF3CcHOohp9EHHwMMQ4tRJgGUBoIVERc+XIIhUKhwM8FpRSYFYoGQIRnPbeCNF6yNH4eefJIZWnbSMYP61qxfInTmnhp9VhE7p6TnHZKSfe1aemhiaYXn//uH+zZ2f9LIczcjANHzAGeir6uYHpFe4hD4n3x/sehtabZB/IUheesQFBYZD2k7w3M6+F3XeYI1AAk0TyV8rso6Ukr3f1q3X1qS49Y/eobL/rfrPP/468C+qZsYlSpDIyQaJ5kj4HnmGAeBxT2LV6ZCoYQpMZUyj5FfjZI3jmobNsC0sPDsPeVJ+/954v39lYWdnMqvBWSVpTckP3DMdbPhxmrIaOHeVbyOe3PXU0z5HwBv85WYB4Kazo8fjCY3XuW0XtTSkFkK8iUh6WYrTBy1fL1EnJ+2FK7PU/Gj5zXvvjc8zsn+4Ct5DSX1PuildH5LOCC0grmChiFFAu9K4fwoQbXymiDtCwoqXSW0p6S00vUvHembrKdn5sfGZ2365lXrn9lD5UvdsYuvP9TCXOOHMLoUzn6WTWW78qzasIfpcnavt3nBus2FYm/VGT4iwhzN8V6YUMczFmmMErZX7EgKiIhKByMs0SgokQwVTFxIVQoEVJHqTA2seanau2fCtqvWU6Ptu1p/J0vHHAL2lqUXKJ1JaABrHnT8vg/pG7yxznZozIkndVJ+rtFB8iYxT6CHBDjpAgeBTj6a8/TK2DpId4PzRTchn0DYROCh6nPZy/mWE3vD1m/74mNsiE3CWXSZUt5CSU/xxeJryvyV0W6H9loz55Vy1ffhA/e4uYXO7tmyvsyhgS787PNgJnGrgosZ7hVpuIZj0r7i6XXc9d8u2sWv9ryXFs1fv3j1ak/L5Q6IiZqkABnFmfwXm/MOhzM6ifus1wBFS1xMJ99cu680pgGDgpZhveBiEBDgFA2FjNkQpwyADklpLYZl9S+JKV7OKB8UyT/eRku/nT6LxG3OnGsCaTUTJFbFEpeA3+EpDDMXIOc/W3XTKCF1k7KVzXLxm67cWonL5VuslNg32T1/zARe7Vf81Nu+cJBjrw7KDWLnjwOzDh98nh70nq+dMvdo8tu/lsXp1Ku71BvyahuLzr6pOjwY6EeDUOsIaY80wBlrxBQUG6TIle8RBSy+tPHWWAdhUKzaKmh5at9JFi7Tcr44bQwfum0/WtHknWIX16GlKYo2j2C9sdUEh8upd1u3d5HEj8RnKy/W3QIDT8joSwX4eMQ7xnSc/xA9jTtzwN5Z1fsdM9WSICDQe/9wHj6cPSFBz2MK+nwLDPwZLElzxF1ij5evLzfBMz3OIEerMsGZgVWCgodEi1fubwruTwZSn5AcrdDbfkHun75gOULBxyvdlrUzHh9m2nh6GAcEJEpAIixVv87X7zlkUuQslctPyPWPUzr9n3tnncf1jfefuXpbf/rvntPpeULB7meXOokclBeH+2nxJhxYqtxJg/x3mgFnDco3cCuekAAroWAihUBTx9UJkyL12eIHv2JhTHOEbkmRuS25HZ3yd2LyN3D1JR2cH2+f9cnbn3+3Qf++0MtX6BLE7ZpUKyj/auwL66z+Noz5FqXkmFUwhysAGSjZS3tKl33k5zanblrtwc0j16UX3p+9/fP2XvaLF8YAKoQ5ZzcCyAE6Ix7igHgaQfWvnPaOZ1+FwzXKLmrrF6j5M3Iej8OyGTduVmGtHzJL3al/vkOo89YGK2XMDLx3/3gi2Wg/hXVhB8hafAuPPSJyBQ9AmW5WeCREp4nEXGRXlorafLT0i19N6d9X8+lebQdnsS/hI2jd0ILWKXLWcPyK4Llb4hM/n1EeuRk/92iI6M0gWwEGYpVRwavRqfZwqStwOMOJmf+JHKgcO87z/cPIRARTG9JQBg5ADCflblwq3nM8Exi1bMtW3mK1XjpCu9T1vZbi+ABhLGKcQxHYaX+8mIahPFCzryQc+pgKWXaQsaVyQvR8C2x8g3J9rRsaPY8u/m8zsc4GKlL6PySp5WlSOI4vNhhkIN+XKCzH1BxgJXGqDwkxl+13H3L8uSPSrFHq0l+/eMfP/WWr4PnApiQNc4REfES42MVvmYEDMZKDhYe6s0bCWfOGbMDY9q8OZR5AUrJ53JOTH2oHm4hU66Rw+NcCljxMcD6CopL5NxJ6pplhs9baR8wlG+Urtw7P9/+9J577iZR0o9yMDEpJpTQoShDFuf99HBsqsPgLik5GRUuWJvEmrRc2u6FktIDKPlbMea/mIS516f/r+PW9/R/8FgnO04ucAhZAYPDvIhARPpcmzK8j6+Vh5Mm4vQ5nKrV0ONrD75D1h5VZwVFRz/JS7f8g9Fld/5fLi5x4dOm1e2mg82oRp+g4nWhhOFA4oCHI/K8i6jxfZxHmSFFQOlBaQMYM41PSh+zbJQKRFq00j5XSrsz5WZbs7zn4eW9tHzxDRmn6w35fdgTBtZwYu+INc+r7n6w4K2Hl9t3T/7fLXofWg7OomGOgvvgnNU4eQ3Hanoavjdnmj97nlgOtOyuEM5vB6P7vYtlh2d46ODhgHC9VuHpKbyWw2s5PE64oO8xtS8bWx8yHqvyvgcoZXnkeOj8V3pYw1Kx0jVW0tuK/CRbP0jcP1rGY7Lrojef/dbvN9i6lRU5xkE+SelPb+GFbtT2HU4f73ye736Y/m1fjVpFaQut2XupeD0DSw9Zbu7rlvfsHOwrrzz99Gm0fHE+yTJnUsRpZ/Igb4wbV2CK95azuPdsSl6DShc8BBm8H16mzFU2dzDt3QLMey+4KEAusJxgJbXIaRfDF7k+D1Fx3aZl/OiWTzz9/NPb/skiW6/0hEMdRa4FDufgfiD3kY2OyyUwapow5AzJ1Lpz967k/AK1vIesbbfzw/CjH8vvvPDuA2D/W33N33+MQ0c8eSmyjO/u7+mfs+EkpqRJz8n3VFlTGVwG0iPE2vZk99omcEbdAQ6IdufmnG+hreWXEqqfL2HwmTCYWx+H8xYHI2ioYEXEciF4WHjo+4NPKwBlQy+iWEb5QmFDgVP8dxa6Sc7d8usUNt9VpD+G/x9wa+R3vg7MfBrL7769ROKf7yQ81cbhC5MJ3nxj48vNtHT2nHHgeDhgvFYOYLWnVeUGLHX4ne/wOEShIRIB7vziNeNFzISrEN4khADljWaWUPi1EfwGpSidWtqjaJ+GpK8bytdDzk8vL2/c8+yz73Zs/v6+YrbCRGRlGPMhpmCO59LqjaCZF36Tcpq8mvPkOzmPvw5rHx81829s3LiwRs5Lfzn2D86K3g4D0OdwAVyDYeGK9yYHYDaNq95Um2cAABAASURBVEby2TUhMqiAvAas74DNGLIbZjDeL1Ihz2wKahaWk6VmgtSMl9TaF6KWB6PYn2QNfzle2vvmPdPfxzK2/gDPcZV7QDm2g+pwysVyoXrFxWWpac5Ka+RSsO7ZiLQ9aPgmi/4SE7znd8o+YJATmz3rbU1wQNcEFTMiPpQDbvm6ZPPvXtok+Uxn1RbTmpav4Se0Gl6odT3Qmh8x1JeSohkQAX8oLqQI9SlMwbQazPj5w0qi2MomJe8ruXnWcvdwtnZb6ZZ3juLo9P2Fe3y4e/LJe9ondvwvu57b/i/eeum+f7Hrjcf+zRLuvZf66Ie3m5XOOPDhHODhmF73rOZxBvu9MDaFlxjPFggPe/C0eej3euGNzyPW98QqXo0ocKWrlA7FrVKlbWDdW5D8BEN+4hrvqHTpscn569989tn/K5Wj3grCNu/1Ea5k8JxzTC81jgcObJmRzHEyI7ktKO0eQ/djs/ahnJe3Nbbn0V1z+upjj/3e0r33bl1D58U4jfcDs3s/LTNydIqpDoUDzGUJ8yjNpnnkDePkhmcS6MFcKNsokzDyiTJQGIplLg313dx2yO0u8u1FQX4oIm8PxX7w0/u3/qT/22joh/HW748YYf7yG2qDhOnwpVjJ1MJSgqXUInfvomte0NQ8FCxtjwU/eOOx/+eLbz25dW1YvnxmJXOjk4Een+GUcKDfk6dkpNkgx8wBK+m8EnRzQfyVVOqfzzK4IdbztHyNjG/gPPRu0k/Cky6RiljFt8EoLq4DVkMqY+bWsB4UPFFKqdReR+n+tJns/Tqa5tHBcO7Vj1dz42Mm9JQ0FAPfMDFzMw4cOwcOasnt9L73q+evVpOVCEPeT2a0dPBKN8ZL4bGihTlb6T8KekVhNRq9eOUzj1bmlCbIREmTLnfLe1IeP5NL823L3bdzsmeWN9DytflDLF/e6QoE0ZSXPNi70dBdUjJLnXEAhhNLk+UuN+NXeK6/pZK+FmJ6rJmbf+ONdq1YvtA7Vx579Lw/mNd9Mfoj7kcdU0dWoweTq7U9ND64BMgeMmJcC1dKuQRcIcDXQbkgUQVBACmudCWIddSB+ZG6m4ikZqmS9MKAli+aqb5lqfzleHnxLfwsxYsV3CcMUGQAvhgTtHepmigKqH+1zUTapcXlPFl6JjfLO1Juvk2dbPsE574NiGHNuUCKyDA+Z/7kc2CmgJ18Hh/zCG752kjLV6f1DbnUWyC0fMXhJyTS8lXVgxBrkwCR/hxTsPDzBqyAcobCRhHcLO5Sq1B2lQI40BmFzz6U9Cws77Qy2d6Nf/rI8uTVl5/e9k/23bum3pCPmXWzhjMOHAEH/P5zHF7V81ZxeJmfLhebfN/hSTNWc0CEXoDeeyYPnVu9qIBZbgpK21jp3iyle7zk9n7rlh7EePkJvPPOW89+i5avrVt5QPGhTnrFy6jr8dsWn36eSYmpFZPcZaR2NzWwp1M3eUhS2q5l/MhkafLqG9/5vSWsqXOdOE+D8XmwJ+v65Apn+/iHPthBz3uGq50JBORJr9qs9iPUhcBPwJR5LM1TuAJmbSu52SW5fTFYejhq3jEM9oMXafl6g9ZCHLGLKFJzYaZ/YDUXs5wzdeKmK12zy3LzPNfloZyWdnTj3Y8/v/Mfvfzazv9s+Yi7n1X8yHLA9+pHdnJn+sSWafmKmZavol/MWt+JOP/Jql5YVw3mqXjVBqHb/8hUwzJS7iiXM0L/uyeKTGnQdYl6WaFQyhYsZynta6lZ/M7y0q6vt133A0j3+lsXvjU50/k1o3/GgWPngCsEhAD+zvLefliAVXipx1nXAGHUz1sIChpamJlRqHiV3PDcNTx3bafW7FE0P45SvlGrfKNEPC3LzZ7pX1PHEbnclpxSblJ2dFlKtkpFBipUwPgZLTUvIbffQmm+ltD9sGm6t/q/pn5EvZ/aSsYXRRiZx2HJPgg8buQVeuBnOGP5frADUYFqgAZCFUABOIZ6v7T4d+0EiVZIkWIxcGAqYMjNkqB5QYwKq6RvCcpf1vWRW744SO9THlhKleWkpeusJC5F10w0d82yWvdMpWVHUPl2kLgNo8katXz1U5k9TjEHfKee4iFnw/0sDly86StzF9/6f7ssSP1ZxMEdEurNqoNrQxieX9WjOlZD/wwhAv4IQKEiBOBCRzJFjqMwBN+Nean4s2TeK3mflO4Zye3D3WRx2553X9nZjV965a0n71mc/S4V2TfzZykHVq/y6fQNwrPDg7USehqMT4GDnEAEEP4oIyoATxx9YtiDShK/cZX2TVh6XCzdH6R7YF0IT1w4ueatZ5/9/QbYSk2B7Y7Ap9Twok+55JSUyoU4qJEZLV+a01OS2wclNdtzWnq0tEuvvbbzD5ZX/qbUEfR+6qokssaN8UY9CA5yG4Szz/HBlHipr43XYJw8FypbIsxjP0b5p1wEDQLxm03IWspD+JcBcFAqXVZalDLpLI13lTJ+EdY8JOi2STP5wdO/GH/y2Hd+76gtUz6fnIQKnohl05JLV1L7rpXmObH0YBXyjkGVH3/th/+Uli+uiZN/FuPkTV3YtYPBGeJ9m54hpJ5FZOrCeVntTkX4EsLwTg3DT8U4t0Dly6o45BtcoHwRcZnlL78Er4ACVSKST8GQCmUMrWFgNYnKMiti+TUKhT8paemPYi7fHwyan84sX+TXzM84cBgHjOfGQGHOEISx3MFgv2cpi2QKVwCoVRRavqx0CJoRaQNR/6PB1j7NS/6P+RnyG1nL82Hfx5d27nw97+/oCCNd1yGnlnpLlioGCWLWjBcn4337Xkjd+BuQ/EdF8+Ps7u21avkibb23YjDqR+jtXbTg2TSGFScraROgB/OZxTgzfD0IiMu16RWWUkcFqIN35wqYMltcAeOnR5GEugIC5WPqloQMW5pM9r7QNnsfzHnyTbXuLwcTvImtWw0cjjgqnzqOlCiFkwQUjWqyLKU8XXJ3X0b6E+S8fVwW3zmqTmeVj5EDvlsgx9j4lDfjNj3lY84G/AAOXLxp69zHb/4vrhAJnxOr7xAd3hbD8NoY5s4LWvNLQ0RQlQDFVEAVbrQVmcEM4xugUSibFEsUPIlvfAUdrORFs/xMKemhnNpt3eTNR5bsrVdnlq8PWIhZ9lnBAT85PlEPHatxDx0uyj1/FX0e+vceGENP93Dly7UJy8z1kpItdxMqXG9KSY9J6XZYHj8QmuUnz9u3552dO/8zagpbe/Wjb3+Ej6qqEELg+5QIb3qw772la57q2vH9uW221d2+78vc4utr1fK1f5pujOLsjXwjI0EhRvhzf40PjTiH7eAaIhCRPseoBFPeUY3KTDt8MMItYOjanJtduR2/kFPzYNcsbVtqFn/wo/v/2xf9X4iywSHdMn1kniaw3GaxrrTUAt+lwvU8xfCDpTQ7mmbfD5976J/OLF9HxsmzrpaedTNewxO2su8CDeHnYdWvCwZ3BAw/MYjzC3U1osoVQUu6IPFa4NdEgfUix/gmWSjIKM9AdYxXQO5Vr0KBk43yII+ty+PXmjT+VpuWv8rSx8clvzX7+1lreCPMSDvpHDC+sIDwG9d4d6/CB/Y8Dw8FK+FgAOY/vPBLycip8xcd0DAFWqa61I73TJaXns5t+/WSuj/W3Dx/LrA8/X8ED+35SFOj4UAW5gZhyEEsTzhs84oG+6ZK+ZpGe2q8rt314gVLVO6OtMfTUy9RNhXn3crw4sxf4e0qh1eK3hP42jjfp9wvyOS/xyOV0xgDMq3+HXXfTEskChUvywbj66jndeMl5PZ542dBDvetouEvRYP/a8f3jHM0GckVsNQgdZN9XPcfpW68jYT9KXJ6YG5+3czydTTMPMvq6lk237U53Rv/4fzwxn94Vdb6Zmh9p+qAlq/R1ZUONwZUNe1eRiCCJnczESviCyfiapiiMJ8w6mIoZkwXFJrdDd1iLu2PU24ebLvlbcuTXY9M0p5XT+ffz1qbCzCj6uzigHG6RhWAV7cwuuKnuSuJPvDCw9EXHPrgmQMVAVpeMi/9CUp+k0rXY13b7Oja9oHRnp8+ecXo2Xd27vwDKkdb/V3p0PZHmIq0ZivMBGWvlfQjWtke1FB21HH4A91j7/t/Rx5h16e8mpHZDnA2oDaEQ9wqzw/JBJv0WM31tCvRnqYohMNA2cfXUONraCnJCj8HZ2rBOdHylZoXSmkfAtL2mPUHrz/6L3/SWwu9g+NAKXkCS29yzB/n1D5Aq+SOlNon3n3sf3nllR3/bHwcXc+afsQ54Pf4R3yKa396Q+BCDfILSfS3TIabQ5y7ejRYNzeMI1CPgjRFhlSyRv75kVJHHUplTAOEgESKHCXEIQZKNUkCTa8Xbb+R8uIfInePUVi/udZ/NwQzN+PAaeXA9PI3HAin8fcSJayjKrR4eYynLnVdO6Hla7L8tBX7WgX8ccp44cIL35rce++9/j0Mx+Mmzbg0k6Wu7cYv8fPmV6lI/PuS7EfYt7j3aP415fHQcKLauvLlgLFHgkILDqZWvDB0MDjYeyXCCGGxBoW/jWZavjKVLVUgBGGLYlS2aJUao+vGyymNn2edB6Tkb4Uc/rLR7rgtXxyk93VIe2Psflhr+Yuo8dtAoeUrzixfPXfW1GPNEcPtuuZoOlsIkgvu2rpw0Rf+y6vnRoPP1/XoC6Ea3qpxcFWIw3NiqOuoFUL/o4giEqBQl1o9sOKYQwHmgswDWIFZXjSUH5nk+2Hj+yb27s4iS2v2X0WtTGQWzDhwEjkgmP74EMKHMI2VS1+AaQo4KOzPE9x57ACEh83Bi5aeRq+S+CWsWy45vZ665tHcNdtS6h5YN9899akN5+2i8sVvYWzkXR0T7g5XXvk7Q9hEcmrfLal9JtOSk5f2fr+888abR/uvKY+JhBPYKKWIUshzvid6t4wx8CexkscMeqYPWg/0LPR1YJF7FtMzZpR5vdyDiLGHYrQQ0hDZtjk7v5rnrHQPFmu3I7c/eOHR//GEWL42bfpKdeVNf/+cKG2sNL0cYn4ihurpdx/7/TPe8jXlK1n7Ad7LHR9QvFayfbM41go976FD35MzyzgVHJC7775bMV76eM7yxVBVX64H87dUg4XL42A00lCjUIxw50gVo9RVFBVfKgoaCiGjmZ0SBsXlTM6MsnaBKAMpnSB3r6bUfrWbLN/TWnlsWKp3ZpavU7GsszHOBA7QeELFi9cHzxgwDY0vNyCMaQdWnAkvdgL7YQA76BWwkmlhadA1y01qx29bmjwupfyhFv2aFlq+cCEtX//VcVu+rrxyvpKFDRtKthBUXhC1J0rJr2B5efeLLx7F73xhLTkhMUJuyzTkWggB5qAPMXUeJ+gPyfZCM0PpXzgLpmsCLg7lofkf42qQU7OI3DyD3O4w5G+GlL7XnIDf+cKKeyfPzYvoFVrSRZbTXkvdT3O39JH5e4rTlVmZ7Cw4KRzwW/2kdDzr9IM4YLJx89Z1239y7TWK4aYg8QtBwq0xxCtCiBtCqCqRiqABAAAQAElEQVShHb2gSBGDRoXEgMLvjnzXpoShjPGuGfBlD1JYpxRITo59SPlHFAYPpK753q53Xt/5xiu7ZpYv59cMZy0HBDxDmF4nPFJYdeJ5frP35YHZDuUZc/XKAcYL86lDSYE4wLgl0KICy23iJb9UUvtayd2jVmhhsfRAvfDTp167+iVavrYm4OARcZRuq1577e8OmnPPu2gs8vnWcH2BmQreHgxk74sv/ite9veQoKPsdi1Up/LEqZDB1nPIuSSkS8Cf/mVT+xQfXIO+mkchIgA96IwlroAVlD4FhiW3KKnhe2fzDkrzHEr7oOR2e2VKy9eJ+Z0v0PJ1zk2/c85SiyuXc31rl/UzliVKLotVpiAmNWeir0m0c53BKos9uh/OdodneOjw+MF4v7yDy09lXN53FqeSgp891iq/f3bNWY0TwAGj5eseHRk+lq36pSjVb1Q6urmW6pJoGAVKJEEWUwfFSiAqQ2ZhKxktMijR+1rK1+DAi4PFElMWbSeG8fhVa8Zf5VvYv7Nm6cnlcdyFM/YN+QSw+9AuZqmzkgPKWQtgMr3oPWXo42DIO3taJgFCGM+UgcqXUBETFrmFhedOadJyCE8gFS2UbozcjRt0k7esa36Ikr/G/r4loX25/5eI99xTcJzu2mvfqfbNDTakhOszwn9Ma/lfTaVcXlBiKRWpO84BTldzTqjkTAXWaGAk3JRl5J6B3FcikDLyn+uAHpgWAhARUPYBMs0rLCnGxsJOqBjz86/kbrJouXka6LaZyZ+EWG0bl3TCfifrnNzOV211pYne2ib9jTbHu9oiF3b4aDiy9kMn8jPLuY5eZxUf2tmJKjTuAeJAdxydntsD4F47kL+2Yi6d1hZFH11q5NrN//W6bc8/+wnDYJPo4A5IvSlqfVkI1fqgGgNfA5UrIgzNLV584+4so6PQT7wp/FXXKIBA5csKdzk3lpSOQiztodR5CrnZkZvJ95p39uwcvbn4Os7kN+SP7j6Yzew0cMBlMfzW7oHeCeNCRctDmPQvNi7DzeMQQARCc5OIlxWUkmAEta9k1i1Zbl+30n2f6e2a2oeGG/c9/cqvbti98tfneUBxjG5q+VreMHdRGA1vQqjuLAibi+mnBXqOalDSIThDXSLdrjQVyjAHzOCTUT6FYDFEmCKMCRZjms91YLrA2GQF/AxcSrbilq/cNJabt0pun4F1D4il7VWQx5976J+//Jr/rwBse1x+01cqt3zNV+dcGYfrb9NqcKeE6qai8SogzgMVu99AnL1eOPVVMHraPI/s/rH93qSpeH/69ETef1R9/+xZ7gnmAC1fd+tywsWm5Vcg+tvg50fV4SUhDkYx1ggqoj0ADQLQU6xg0jWYtC0ypZCosGlwmdRfBjlPrLTjjG78spT0h5K6e6qcnlgYt7vO3N8NwczNOHDiOUCliqeHVzctJzIFeJ742gMNAYWWrswXmkKlgEetH18lIPBsikZ+2S/ouo4v0x0bp0asfSto98MQytcV6ds6klee3Xxet/LX1Pv2x/pwy5fN7d4QYvmUWfirEqrfNAkfN1ERgQRVwWh0rN2viXZGAVfI6EyG05uqwlFK6dfC46oBxnXzusI1ANO5GNci93WMa0aY5Qa5HSO1473IkyeDtX8Jk29z9e6f6In714i95SuGq4qF20I19+uhHv6VEAcXaODHO62ofsU1wdsZEWcOB/TMIfWMpFRw993hypv+/oZtz1/7CVXZFEO4I4SwKcR4mYa4XkQrAiIKEUpXVTACA+W8GQUNegACQI0SieH0jwuipL0ltz8qubmfF8J9Ie17JC7m18/o3w3h7GZ+xoFTwQEeJphbm2ld5kXOIQt4BKcArS28/EtROPjVDClZyjkvlZxeQ8mPiOVtGtuH4/q3f/zSx5/bS+WrsBM/ugyOwbusuOt3hvnC8rE8v+FmaPiCqGymnPikVnGdxgjGwU+hMshJjmGE09bkgwZ2Zh0MSjvACqhVEb5CXAdQEeuhfBEVUAdjGfwzsgktklLaxhI/BecxLV/tA2ppRx27Hz77wIn514ibaPmiDD9nLq67qsa6W1WrO0TDZym6L5MQ5zREBFcQKwDriZmfceAIOcDb/ghrzqodPQfuvluvfGu+ynHuUjH9koh8mQrYTXWMHxtWcVBFpYinkOFbnwshUOhDXK66kGE+SyPfrliVB7wyYdpyguUO/hufUfMrgvTV1C3+7yWPn5Llas+Z9veAMHMzDpxUDrhOBOtvawbGsQwCHiUU/iRaT1JpAElQNZ4zgQrFolHxygJe7Wgmhpw8rQ2/+L+Vu/x4yfmrou03LaSXTtTvfLmssH3pXH5Vu8FQ3c13sd+WEC7VqpaqHko9HCBUkQIi4CPhKOs4Pxr21Er/spk5LZd7GalrqfC2TAtEAgoXLBOFa8MGEC6WSEGgAhZyt7cqzRNVbr7HlfsuLYcPLZVqFxufEO//2tHi5KqI+lYNw1/XUP2cmZ5DyjrVUAgoF2tm/zoh7D6rOtGzaranbrK95evy169Zn5qLPoEYbqHkvAPQTRQml/CwLsSoMQalIBFApjAI3MSeqZAxE34RKPwnmBpzLBuVr4LU7oalpyiAdpi19433vPSo7nnmjTPt7wHhrHGziZ4ODgw0GE8YT06B+Q+PmTlIDDM9h/CyDJ4lgrm81MHc3meA9zv4zpOIfSXbKzybO7OlbcXSQzd/7KWnX7z3v91z3L/zdffd4eJNX5mr0ujiUG/YFKr650Ksb1eNn9YQ14cQJVYVQoykHMj8Wau/09ITeIQPcpuKlXE2UxRvx/UR4YML4OVCxQZC5ZeJXiwyZDUuZ+LitA2seUNL97Ravj9a3lE13ZNPb/sfXjsRf4H++uu31p/9wn95roXqasPCbao1v14MP8fwCtVqKBKLiEBUDIEaJAmb+RkHjoYDejSVZ3WPkAN3Ty1fFNiX8pB+0ST8hujgRoTqIh7TIWULlOc2BBFV5QF28C2P3bddQpcyVBRBA4WMmaVEfcvRGtKkLWn8YtuM/3AyWfx3pR0/tU4mtHxt7th85mccmHHgYA4UJqaX9v7IqhIGEfj5C8HPHwAqX4WalsNc86KFjCUQ6BipvE7L16PUFv6Ied8Knbx2z/RfOu7vHcfoLn7+3MFI43lWhp8NcfTXQxj8dqiGl2o9p6GuRah8SaQsIL2pJGnbsWByZv8PN5RqKNSoOvK7JXxNwHXggkA0IMQakRCNMBFkfpYsNA3y2yO/BGSUrqFyPNmNPH4MZXyvWPpuyHh4aXjiLF9h42S+bcs1lMO3q4x+XXT4V6o4vKCqRqRvQDJpjaQgN+4bcK8kpGPcAbNmZysH9FRM/Cwao7d8XfrKpRu65Ys+WRBuJfz3BW7WqrokVoOFEKsYQoCI9GwRHmAQfk8UA8w8X5il4I9RSsFyVyxNkqXmHeT2Scvt/ZNm931vvfnco8/vccvXtxpgq3eBmZtxYMaBD+YAj9hK4fScgadMCBWFADx/mUeuY8jLtKTOStorOb1sJe/MHS1fjTx022U3/vj5nf94r1cnjt3fdVe86Ma/OT+q5y/GcGGTxOEXoPVmhMEnJQzXSxyIaCUQlQy+e1EJya6EUAsEJsc+7pppaQbhxEQso1hmsoiiaABfWqnSKLJR/BkLYKSaIq7wPbP/jfvmdaSm/5ffwZZ2DKx98ulHT5Tl6+768s/+nXOXl7urs1S3aRjdEeLoJoZXQut50QoSXPmi4Kbxi7uGtJI2kDbsIZ0zP+PAkXFAj6zarNYRcWDF8mW5vixr9aVi4bezhc+ZxovqQTUcjoaYmx+hHtQUJwYXpiYCEIXal0EQYw3/nS9FNJ5qGAWupabkbnk5p/FzViZfzXnyR5DuR4tY3ItnZ5YvzNyMA0fMgf7G5/ljaITfm0UQePEHnkOI3/bZirUopRmXPH655MnDgu5rNcp3JqP8+j333M1W/c2L43EXvXvZgO0vNJHPiY7+KsLw14mLoUMxqaQgUvEK0plJ03bSuNWHQiGEAAyHbHqm+kTCKe14+9QxWoyByldGl7MlA5IJ2gJrcrFJaq0rnYmKBWFhN5EyWdqNbvyIpubPiuU/j1keXZ5f3s1O388fdd5iOH/erFyTJGyGDb4UdPhzdbVwflXPA1KTVoGBRErhbskytYBlql+ugGHmZhw4Yg7wCBxx3VnFD+bAiuXrBlq+LvukVPO3hmp0R6xGN8c4uFhjvYAQIl+0MYVRjBYUvtFO4e9Q3rlQBVPeAYHnn3VKKlS+ulKad4gnLE/uL127rc3vfn9uV3gTz84sX861GWYc+DAOKAuFMJ4uBxj24B2KwhJ/+clmVooJbTFAxzPX7s5l8pNcmodLmWzXVHbecd0Tz737wNZ9bGs4DncXLV830vK18ZyPXbx+wyWf12rhTiDSWl590mSwzrQWhBrQitc8NQ+IHNeAWFsuUf8q/PwIM6z8UBKi53wmqVTAqIgZFR0rnDdXqVAmJkjpJsjN6+gmT0k3uV+ayf1hKTz15EP//Kcv3uv/KwAbH4e//vq760u3/O2NqKqrdTB3W9D6Dq4BX6DryyUMRhJqg1L5VQGUZIGbR0lhb5EsxzHyrOnZygE9Wyd+Que93/KVL6Os/HVI/G2+LX2mHq4/bzBaN6AShkSB03QtJm0DDzPFDVUw5EzjO8tEFAq+WRWznDpk1i3tmMXjpZImz5XUfCOl9o9Tan68sG9h7+xfO57QFfzodnaWz0zfM39hzgF4jNe8dV3Tg6ePb0NpOXfjn3Tt4kNUvnju8B8m8/VP7zlBv/P1Li1fzXBwoYb6xsFw4bf5ovZrBfGSbJUW8JOj1pAwgCoVMIhAVOq6xqAe0EIeSP9HwJvBlbAuddZlWo6E0wyBqowgUachiqiWQR1RBxbmsZRuaZfk8c5Qxn+uJf+l5PpxWW5O2De/vRvWL9RJr4lVtbmqFr6kcfBz0Pp8k4rSWnolUYJSvKsgCBC4OFSNSR2gQIWZm3Hg6DigR1d9VvtQDpjcddfWeN1bN5wb8yeur6r6doRwp4jeJKYfD1rNxViHGCuICAqFTuYxdsWLGXBQ1gB8KMR/rPD1MPOTY0ljvoU371j/O1/NA8WaHXnvO4+PlvHW7F87YuZmHDhiDshKTQ8d4ElzeFx5+Pxq5VsPLHed5XYPUvpJyd3DuW23lTx+5K1PPPb829v+0SL6k8rnMfq7KCuuv+vvLuxbt/HSLq7/fFfE/8L9rYbqE9DBOlpbBFoD4oqXU6aMK1QIDdCgoBgBqKbgI/A7YBR7rvua0e7IiTHgzASFH/Z6yxcXBMit0Oo1Qde8hjx5Uqy5P+Tmfk3jp5977PfenMpCsuQ4/Krla1DmrzKdvw1S3yEhfk6DW76qOWikrUuMdKH/5+hauGuyFK6D8UnTnHC1fDsdBxWzpmcjB/QjPumTOr277vqv+R3wzSHP4dWI8tsS418LWn0GpuflUuqSE5zBIQS4EhariBAVPZUgnQAAEABJREFUwrTGAA1MK0OhgIUYRQ94AcC6MZuPl620z5t13yzafQOxe2YBM8sXZm7GgaPgQFipKwwdDHovvEIFBcLvYMLQL1ChtmVd85PcNQ8hl2/yWP6FjeffwAmyfL2JN4eTcf44zSk3ZVT/UVv0S02Si7NFlTBAiCNTvqyBUiOlgkTruIogqABUSUrmxW+GnmSc4Y7TEHI/UAZqCH2KL6iFLpvlIkIFJ7faLu2TdnHPLnRLj4T9lq9My1d1Yi1fMrimaLwdMvwStKbla3C+cE0k1oaoVrRQ1cpi0okhcXu0SKXlLsqAFoLrUVV8zPyMA0fOAT3yqrOaB3GAlq+74lPt4sa9k7kbWtXbDfFO1XizxvpjFCgjMjZQUNIbhEJTKUiFEt0YmlCGrnQm4I/xTGce4twVy82EitebyN0PYc0Diub+3NHy9c7M8rXCslkw48ARccBK5sEynjrwDGLF8TxS4cIKSkk8o10rudtlOb1gXXqoNO2OXNIP3vyt+RfeenLrEhsaccz+rhXLV2r0UglzmyQM/f8QvBVaXcdPjutMokAjRAOlASUHn+YwgDc8YbBC+UAlTJjlNRicwT6Tdk7OJ+MxRq0YXTEVM6W2KaUTS5OmdONXSzt5Ammyo7L2fo2Blq//6cRZvm742xuVlq9sw9tEB1s0Dm/UMLgc/Hphvh6B3FZSJRBXwQrftgsVMGNoUrg81qNwP5nbyNxixzlN/ew548CHc4C768MrzErfy4G77rqLlq8LhlXBVRmD3yxFv2wUphSs62OsqyrWCIHCVCg7S175Pa9MsVL45gTC+HbLOJUuKzy/rFNSh5KaVspkt9jkR4bm6yjNN5LMfufrvSswy5lx4Eg5wANW/JUH4N3uag3Ay1IIs8SzOZbULi+13dLzpVu+v6D9Ju/cqeVr61ZjZQeDY/du+TJavhCrm0Tr39JY/0qoRx8P1ZyGyv/URIQZJGde8cXHEUQNCFQdze1BqRiVSYCmM+UMQqgw5I/XPGPhyguFXy7FUskEhaCVonCFOavlsSCP3w1oHgza/alp/oss9eOy4QT+zpesX5BKr7Gst+dcf8kw+LlqMHd+HMzBNKKIMHSGc/9IESBL4RoYMrg0CMrVUK4AS8xYh9GZn3HgaDjg2+do6p/ldae/8/VyewstX1fcAB1s5ieDLSZ6o4heqBoGIVB0BgU9+N4ESIHxwBa+wZZiLmgJihmeV55Zs0yJm7tc0mRiqXkTpf0hSveA5fb+Zmb5wpng5uYA6tvvQ6owz8HgIP/enIMKP0LR0z6VtgFKJhkFwlPogPEQ8sIvuWXRpM15sivn5oWSmodymmwPmHz/b58gy9emTV+prt38u+vbPLrcqvW3AMM7LdSboPW1GobrQqxFNKK/zeHOAJvCaXXh7KEwbwrA87zmmQ7OEoVrUjg3gvoLNU0XkLR80Ro5kdS8itw8ESXtqPgVYNjR8rX999589lu/z0U9ztlff3e9npavPJi/CnEdLV/zW/jyfCN0QMvXYE6o4IIKsCm57wwX4xIZmU/08pwhy/YvBpNhf+I4aZs1P6s4oGfVbI9zsnet/M5XU6qrREe/Ca2/rFp9MoRqvSjfpchNVesPq1DpEh7WwDyH+ZsTlTAgQBAhUlMbU14CGalru9KNdxFP5675NsPvWLv03MLsXzvizHER4FrzTtlPssj+6DTbmPY8h8cdzJr5k8eBlBMtzxnC616o3fiJ4wtOTu3Y2mZpqeM5S2npwWzdn6Ra7ptMhm9u3brVSJGDwbH7PXEwYutLNdebisx/ucjoV6DDjyMMVLQS8JJH7ww0piBw/wgvexhVk5wByowg/ECpkMAZqNct/jjzYVS86MFpQfw8+Amh8mXtRCj7dmmaPBDT+E+l5PuqXD9V9rT7cILcelm/UCFfI9DbJc5/Sau5nwtx7nyJI0rtgMyX435BVLhrMopwLVyuB0CYR4KFwls4BwKs5BNQVJTrwOx/48bMHTEH+jN9xLXP2opbdRPfZn8ybs/bO9lAy1e92bTaIlLdqKG+QELkdwRR8FhSavqJBOCSkgeXQtQoUP2IighUAoRgFgqd5W5iuX3TUvu45eaB1I0fzEtvPjlc+snb03/hs9U7wsydGRzwxeovlkPI9bucItsvmf3507Q/92fNIiecA0qtxs+eKzXw3/ei5St3TVvy5J2SmudKaR5Meby9xOaxn37pnJfeeOz3lkmELxiDY/MuK67d/DfWI8bLTOduyVLdmVHdUqS+1v/OF6QSWs0pKgTmm4VwGqcwDspd5AKC+cqUUm5MywC2QHDlDGe2m86Hc7ViNl0X4bpMrJu8gm7yQ8mTHVKaB9q0+OyPd/43b09l4fHN2f9vx0tu+3vnzdejq6tq/W0Iwy2q9Y0S6ss1Dmn5qmGUzUUUvfWLfDfxE8r1YMgkuAD0Tr3yQRjrGqP8eIqZm3HgKDng5/som5x91Tdtei28s25uvqhcI1r9FlB9GTK8TsJgvYaq0hDAU0lhuqpwMQQPLi1eXWqRUkfFSxBDRNTI46qWuyS54UWQml3I3Y8U5ZuK9K26ap6dK7v3Pfvs7C/cY+ZmHDgODtT1AIN6hMjz6Zd8To20zXJIaXlZSveMSt4eRL4ZLH3PlpfewtatxuEcDI7d74lLI5HRJTD9PJWu30qIX+wQPpZR0yYexRD58gWigEKDoqOA57+Hm1SUipcrWoLCm53FZrz7TShSoH1WOHbi1kDLSBoCdRflZLkupaTGUrsUcrfMrwBLO5DHf2I5b0tIP5rbMzhhlq89C2+tQyqfgP+B1Tj6Ncrvn0MYnK9hAOFnR1Hy1U2RQrY7lMtDWm0/mA9mIvBJGGdibMP1BPOAijXXiJ+RcUZwQM8IKk8XkVu36vV3b63f3HjxBaLn3IhY36k8vCHEG4kLQ6gGQfnDw9pLR5eQPfzgGiheXb5SggpEBGoUrcVgKRViXHJ6s9DyhdLeb6V7SGz3U+cDbz87+wv3mLkZB04EB4TKC+968KKnAaxpS5q8a7l9HqV7MCJtH5o+9vqj//Inbzz2b477XztuopX86k3/aEPRC68ocu6tGXNfMB18XsLgamJBQiWivKTFL20XvZQLlBcuO1bhithqfBoCAuwH6ELmY0KcqZ56i5IFVMCEijDfO5sJcvsy0vhxS5Ptlvc+aGHXs6/t/IO3T4zl6+76ktv+k/Nya1e3Fm8rEu6QOLhR4vByiTUtXxGiXA/fKEJu05uD/J0qX9OVMFq7QIVLqHARrBkdrMW2cDA68zMOHAUHZrvmQ5h1/ROIsnfPQjBcZ6X6axIGf02r4adCPVhfuYsBgYeWHlMIJBCKXvnyrkOsEAlFtJILZUyDNJm0kttdWvKPrJRvdnn529Isv3BeqJd27rzYxStmbsaBGQeOmQP7GxZ+3sq5ESstzLp9gvYZlMn9gu47VGS2j8viO/srH2dkF86dszi5AhjcarLwZYTRL0s1vEgHI1RDYjBAiBGqAUE9VIgA0+u9MDwA5SdI5e0vZiIGrwbhj+LMd5FTUCqeikSx2QzUmr2hTO5Dab6ZpduO2D6zYXF8Ai1fI1q+6k9kCVuSxV9NqO7QakRxO4LECqDyJWSsM9nXAqQNLsHN0EdNGLKCK1+0eqlR8bIB16VmQWST6YwA9sW5zfyMA0fKAT3SimdXPVq+rr+7zrtxfpM33Ci5voMndYtJ/GyBXgCEAYWo0lEkkjMrB9XAn2IoTIsIhAdbQRb3lq8CWr3y9Pcc2jckp8cEeYdZenBp1+6nXhyld3bu/IMO2FrY48zPODDjwHFywCzzciyKkhOQdgm654XnTZC3dwWPP/fQP32ZVhb/na/jGsn/kvrlX/g75xZtrmra6tYmxS9kVJugtHzFwbzGGhICoAKHiEzHMw/84Ue+UJYUZhhDY+jeGEeP/smkwbUBnNEuTRaRm2WUdrJsHS1fpX1cSrND0uKDXbfn+Vcf/NfvPPnkPe3xTtLXZWr5Wri6TYPbDOEOjaPPxnp0WaiGc6HiulBGgyJ6+vu7BeBHYqwoX+Q1eucsp/VLELgWrmxFhkFEgoD5gK+nd4KZm3HgqDgw2zXvw67rr38iLm48f75J+ROlxN82xC8b6iuLxUFKEhItWdSx+palFOxHzmi7DpnlyrfcyLdcvsha7hIy80tuO5T2XSvNj3LpvlEmkz/pWnth93n1Ek6k5aunbPaYceDs5oBVWXhHBg02DpKfE+QHRMp3MsJ2nEDLl8uKOulVnenmtoTf7HL4hSyDCywMoaEGRJGoA6aUYHxBMwqPkjP1wgyPA4b9kIPizP0o+snu3Zjs3oXJnt1vdUv7/qI042+SLw90VJD35M4/BZ+Qae9ZWLF8lbKlLfKrReo7hqOF80Zz61HVXBvKaHHdyRWuFVBp52pwXTzNdWJiZWl4VbqyRUiviLky5hD4j8HEQhbM3IwDR8EB7qqjqP1Rr3r33eHKu35nuGfdVRfmbnRTbsudOdkWg9ygGjeGUFOniiI8uOBRc+Fp5ImHhZpWoXAFCwQKlQARfkigMlZSl3NqJiU1b8Daxyh5t6MbP7i8vPupNwdvv4uZ5QszN+PAieZAJdKplL1B7Scq+aGAsj3k8vhrJ9DydemWv71RxoOrxl19W7H6jljP3xTrhSs0DudFKxh0qmT5Zc5LXXoFy+90Xtks9RgoSxxuaHEe9GGvGXiB56yGHicCMSTOUJ/QLpfcvpzb9vE0WdyeJnse7PZMXtjz+P9vF06U5etT/jtfA1q+4m0WBndoPfxsrEaXVfVorqoGUCrFU666BC9cIwJTxcsoy5lB7rKMXrggDjCE8cokBMolkylYR5nGzPUcmD2OnAN65FU/+jWvfGu+krBhA0Xm9bmE/0NK9ldTwdUGGYYqhsGwxtxohMFgAFGlOAVD4UOmVjAAMQ5QVUOIRKNxjLpWRk5tl9Pk3ZyWnipp8nWUybeSlhfe3dCMZ5YvMm3mZxw4CRwouSypygtUeh6Glu8gl20TTN4+UUPt3bB+oU6DaxrDlkmnv14w/PnRwrnnz52z0erhvAk/O+be0pWgYoj8BEl6oIpebghDUHwYejUMB0JhnAXiYCUPvaLDG7P+meyH6+bfHq5b2DZcmP9OVc89jK5+cbd/BThBk9pTRutSrZ/oStjSov7VooM7BqP15w3n11t05QsK8xdjWiXNqHRR4TJXvhgH46urIeT3FFwDj7sC5iHpFAcXTPq0lxcgMXPmZxw4Cg74zjmK6h/RqrR8Xbrl7pG0510U2vmbQhzeWcfRHTEOPxNCvVE1RMpAP2sQClGhEOTZo5AkP4Qs9DRDQYBIxaLAlyhDSSmX1E5K7n5aUvP9kpttqR0/2OaXnvrphh27ZpYvzNyMAyeBA/47nFvrOfZsUnYpystaNc8+v/O/f+lE/c6X/26RUPlqZbBZaWEJce5zWo2ukHo4p3wJA5UvQNBf5mZQkR58U2NWYZx5ynJ60NJ7O0UAABAASURBVFkPoUyhPMEUrMFcr7AKNmWOmQkVB89k6szxl275p6NLNm+9dP3Gixbmzt349OCcDQ/ZBRe/uPvFf7V7KgtxXK7/nS+3fA3mrimYv03C8I5QzdHyNXdZNZgfxf7FWEH+9StDJjK0Hiuc7ccX5hwKMAe9ox59cFXme/tCyd8Xzx4zDhwVB/ykH1WDj2LlS19BPa/rzhXRG6zoX41a/9ZwuP7yudE51WiwoFWskfkm27YNHF3qUMwAClWj4gWpKG/dKjbws205FeuaBBq+upQaWr4mT6Lkr6Kkb2g3efGNjS83uPfejJmbcWDGgRPOgeuvR1xYaNZJVc2pSZaCZpDCCTtv/rtFEbhOoHeY1F+SOPrCYGHDedVogUY2kbbrhDJCCq0pSvkQqIwpZQVvfmTKDgetcuB7GwSr97krX6ugkuD1CWONHqzIL1+sbFLYH5udcd7K3vMkxM1R4w0a4rtdPXhm7x4snqiJuOULVbzOLG6Bjn41xPk7hiNavubWo65GwhdpKb3lK0PJzxCUoYBshpAIEWG4AtFp3PMEcMXLFTagAFSTV1fKQ0/D82Ni2Znu/Zj45Xamz+PMoF/PDDJPEpW95esfjKJdc1GHi24SG90hiJsF4dNBq3OiVqGKUWIIUNCVjEIztVGwGpPGXEPgcXTUZhaQeAa7NlPGpnHu3PKVvm+l227WPThazE+9+qMLdlH5Yi02Yx8fNT+bz4wDp48DU8vXugtxodVzN1uev0lyPOdE0eN/Sf1Tt/298+qw4ZpsC7dlrbcgVDfS4nVZrIdzsa5BxYr3dOaVXTisSwnw8mbSP18x6XLEP0eyElwhQ+/8GncohYLD4++P4lpb3+bMeVx51+8Mr9j0lY9bs/zpyaS5vZl013djlL07tr6LJ7e2xzsTXxf/C/d5sOGaJAu3IY62xHr02VjPXVbXo7malq+gkdJauRYczfULoleqIPxhPkthykLt08q0K8+eEub6asCVLEL4uXIVYBzU8PmJGxXrrSPOVC8auEuFu/RMncGZR7eeeSSfOIovfeXSWrQ7V0O8Hpjzv27/68DgMiBWJRW1nHi2DJFHMlLwRb4xhSAQJQ0i06PIQ5ssWja1lGFtU6Rtcpfa9l2qYU9QY/sqLH9DWnv52WfP64Ctsw1O9s38jAMnmgOrlq+SwqeK4f8oJd6tiFejlLpreYBxfK4svLUuxeq6XMIdyQa/UlDfoXG4MVQDCGWD0NwWIhBXoGowvrQlWs9LNkoRQV1F1DEwXkhWBumk0iWEK16HorCWCcscK/Hjm8HpaW376nOD2aZcxndNJuMty+Pxpybt4gnTVfwv3EdU10mo7sg6+BXw02M9XH/eaLQeVRxA+QMzgC/OSl6qAIXrkgkUgVCGC1+ep9BpmvxmycoTDH01HJnxzIwV/P/Z+/NgvY4rPxD8nZN57/d9Dw8A950lioIoblooLuAmCbVItbpc5Qr2uO1wh8J2KDzlqQ5Xu6Z7IuaPwUTMhN1uT7umy+7uqXG7a+zwuG2OXeVSqUpVJVVBxQUESYiLRFCkSArcd4IA3nvfd+/NzDO/c7/vAx5AgCJBbJRfvvzdzDy5nTwn82TevO8BfgBDAluEWSOMrPk1CbxnCeh7LvkjVPAO3nxdf/1XFkZhcGFlG64TG9xqqG+C1FdKGJyhGgNXkhgXrBtQD33RKh9cv+AKBE0r3BkPXiyGTAPLT488c+UVPl7mAn+Ix7Dpzdf+7nsvPLbxbR6+CuvQEvC55tckcMolwFnuk/kQOFM+TT38sMBvvu6o82DlnD1duWapaW9uu7w5pXIN1+FZmddgabByzLZu06ZfG1xx/VfOmWjc1GZszhJvkTD6pMTRJRoGCxIrUIQCKZAeGdqHXOoCOn/MQZpbj/5AwCx6wyxvFpDEEv7k4avPY9zzGHyYvN98XX3jly/gefRKQ7iZCrgJVjbRnp5jwOCDjmWql79/TqWjTfwUvFnj8JZQjT5J8EZytBB4+BJh70bhUd406BBe8Mxt+LR/5oGcQSAs58CBuMeMKQOoEUFhvDC+CtSz56E/iDFrzZ8ACQjbdDDovccdfYIP1w+DuV+dNaedpqHPvNOUtRPH1jPPnDlYGeRztdgnRYa/ZFr/fAgD/w9Z6xiHGvlGq4ELl8st8+018btiKVQy/SFc8RQm4MpmZumSlMz3bMuvBZRHgfIfVZo/lLZdu/k6RGg/qolC+96b9g/ZAN1aEUb0nHOSC8HNBv2bfU882uO0oPu/2xfOOmediX2szfYLkyb9zErTXUBg3CZ01s4Hd0z86sZmfRfCVTQFt7ed/nQpg1viYPHsergeoRpC+zcz0BIUvoh1oB1AKYnWozBPEEJAiAE+Ozry0za8CDcw7Ww5cMCRjAOqIPWQXNeLmCRdXYKFTlO/sIwziuRPc9yft1DdLiF+sgphY4wBMbp9/WCM68Z6PXV7leV4u8nop7Vad8tw4YyzB6P1EK1QKCajeXYIQ4DS9VDA/gMRpzogGSx7EOTLabDZDw9cftASJxIMZQ4WnfrAgAdxPtf8iZCAsNHVYNI99QAnU1O9fg+Ennn6Q09/Fo8fh1u2bI2f+tJvrNsTN148trOv6zC81STcpKpXQgNvvkLQGAUaYbztKlRsEelVyiXYb0nWL1SA69GkkMrDGVKXLTcryN1LQHooSL5Xze4f7V9Zu/nCmjt9JcAJ3luveeicck73Mz154vTG1q266Wd/bdCe99HzVsKZn0nV8DaJo81J45VNwYaG67NwwUbEYxrH/IaljYubig1vMgxvkbhwrcThpSGuG4W4ANWKFiJAertgAPt0iGX2WcBM0JT0IXORzVAYoYcTfSNnZcZ7Cno3iwotz6HocxGmwWn7vOyyLw/Pu/Zvn78P1Scmsri5C4PNRetNiPEcDTKIimPUyHTIrpeLeCPZBPk4qsXNEga3qtafDGFwaawG/c0X1D/nGiXowiys6OE8DYgohGAMAOe/ZwMe69UB1gR1hX4teOYM4iHoWAfKUPn0OKNr/gRLwOXsOLwb6sT10mOqa9c0wEUpJgEBw8OrnCZpPU34OClsvFUvDcYr8fwcRp9qsfCXWql+2rS6BKGqQhDVQDbUUMSQuPiyW89IYuTbFJdmpj6NQFFTLlPhzRfaVqwbt9otv2Zp+Tslj/8gp/aPta1eWPudL8pzzZ+mEnBDRnAmw9FzaT7LiY4pP4A5jtsfqbHN4+s37Xizsr2DjbmLV5U8+BULw1/GYPFjqNaNUggh+QYbefwaDGQ9Ft935+o3LKG9yorcljH8IsJwc1UvnlUPNliMA1HhyxqN+8zOQ2kbaEYQRCDsTazQShTGMjJvxPzwJbxZF7cnorODGGUuxjIsx/LoYaw/R2Z8CqCA1dB3dLruKBzJymLciNB9ukX8wkQWtnS6+KkURutKqDuJKCFknsV8brHwMfgV3kgGC1ephdtUhz8VqBeNw7M01JgKyCgzgnIVocwY0qrDb8IgAkAoewdgmEJESJ1CSXMIc4UyB2HeBgHqeAqWMO4NcPgBn2nWW/PvVwLCCg4GvZ9rZB72RD68zAyuA2oLRK9T6gcwuK5dz6DOjWnXGZR1gutohNPR/acxa7Zsied/6W+se3OlXDwu9XVFq1s0LtygYfgJCfVG8aOXQFxhcxRBr1Y3fVzCsN7ykdgXoHpzBjq/+ZqsoGteQmofkrSyPU+WHhzuff3J577T7F37na/Tccqv8XRQApzPcBPg8LjnGB+OwvDYN0lWPnF+6/Tmq+w763wJC9eJLtwOrW9FqK9FHJxNVIyLBR6QNHLPf3+s+K3aFVv+/jllkD8Oq28y2gu2f42EwSWhGvHma0hj75+bKLdVm4FAKE0HeEYyxo2UAvBQZQ4YM1hHA2NKCNBv/AbpU8ayRB9nFkCjZIS3wZB0FmC7OC3d/OZLR9WVurDhZo3rbka1cFWpRheUOBxYqDgII+8+rxyMvg8/v/mqwsLH62rDZo31LaL1tRLqi3n4GolWEBGCjYoxLIQB8w2Z8mOKT0qbEXOATgh6D1gNDngmS9LS81lmcOmzIFjS9d7DN3eHwkd03P4Hce/mh+BHL5sKoaSnUvb4YSPs5U3Zu/x7eD7LzXTV16PyXGdTJXpZrjcvdpri9ObuOAnt/PrSwWClOr+U8Mmu4OcTqi/FevGSarihCnGgIoGHLeNbkf9VkvVTAKoooki5oPPDFgQqgecw17BZahvp2nFbuvFrVla+I0h/oLn88QCydvOFNffhksDcUHk45dwNQ5xGT7vn/OZLVa8yGfwV1cFfDnHhIxLXVUVqNY2QqoJWEVCuYd8Z38codFyvj1auMtPbkoQvGiI3+8FZIY64/isBLUEuxlutQlvBDYBtywzKzUAczJmHYHwOox2ZwiWs3CdkCtJl1saRQ2Oug8Fp6v3mK4byaR6MvhDqDVvicMN1oV48Q+sF0Yp2NgSFZSnW8bDyPpXCMc9vvmKobmObPxXqhc0SB2dJoNX1w5cGiLj0XE6um8JajnmaIT2JP9R7K9NC3A9o8uf6AzzncCgAB+cbY2v+vUnAVWFCyRIHa/RUJucho4d4LzyHZ8zLzUOnEX3DDE9z77PmNGfx2NnbsmVr/MRtf3P9wvJZl+Sy4bOKeGvU6oZK48djiBujxqAaBMo3InAiOHrd8iEuGqcz9E80/teOxsWYeEjrumS53V9K+4KVyUOwyXaT5QeH4xXefA3Xbr4oxzX/YZEA5/p8U3GjBc73Pu3haTaGO+4Il9zy66O8d8MF2errcsFtYroZ0Ksg8QyEGCRUQkA0ACIo/Enc7t/LzYTfsHzsU3/jvDxZ/kTTppsNcksM9TWhGlwcqwFvvmp4u6Tjnc6pRrJBMMXMopB20Esf9eehkF72wrqEsZCDwWovTJyGWsFlW748vPrGX71gYTS6Mg7X3xx0eLNgcCV0cL7GwTBUNUKMqgoFb6PAz7Hw353leN6Ld71ccf3fP6cK1cdVqs1m8RbV6loNA958VSPRCGXjIpQQ/VTuPHi5vaYuaLX7bvosj7lsmefROXqS8NljTp22RCpcPQ70jbiGp3kHS67Fjl0CLmGv7eGR4EJ/N3jdg5BeSUICUZTh6etPb+4+oNxe7p4bdTK6MKH+DGThL6kOvjSo6ksGFR2KBktUVSEA8QWsAUp4HHQiiirUiGFggFhJ2bpJI6kdT1DalwO6h0Tt9w3pj7WdrN18Yc192CTAiQ0HjMYKyl0lEP47jxHJ+HJyGg3oktm/21ekXJNVf5kr9xe4cC8F/D9ehaCIxFiJEmYihbdUSAXTzf6H/y6bLby9sQv6yTalL0y6/MVsclMcDs4ajtYhDgbsRbk9+3Ze2C1Ak8FOXXqrgXc4IUVMaEGEspVpyJpwmMuc6GUvfX5P97we6B1zmNdHT7vHwvLCGdTJp2Osv1BXG7eEsO4zZmGjmVqgleXRS2IwCVpEkR3g7HrP49CNvJEM7VXk4TpHAAAQAElEQVTR6lsN9U/B4maR6iz1W68QIUEgAmKmB6GOjEBZJTMWgPCH5TB1s9LwkEohkXW87gx9ZSGZ6Msw6qGD0d57nL308bXHsUjAJej1PJyB8nfKITAqodeeUxn3tKOnMT0LxWmEh8K15TkAbZpXOw3hK/80ZOuDsbSFN19Xb/nVxUnecEnG4g3A8HaVwY1B6itiqDbSRAe1LOABDMblIwCESaJw4RafBzQTSghoOTzN123rcrLEm6/cvWglfdsk3wubPDjc+z3efJ1/Um++sObWJPABJeDT2nGwGV8IbqzcLESSPb7I8BT72c1XqMIFquuuMw23q9Y3S4hXWQgbJQTl0hU6QOFxHwD3z0NHd7RR+O98ferW3zjPRqMreEzYDKluDrG6Rqv64hAHI60qCLtgy4DQi0HYgzDuGzctB8mGg67PIE16HEo/mEJfRUhgY9w0AIasgQMAnfQpDoaehYzoyw2Zd2q933xdxpuvFoNPFF24WXV4M7S+SmRwgUg9EJ6LlYJSAcVEO2sZ0suOA/fphXd3mzb92uCi679yTrF2U5L6JtXBLXW1cE2Iw4shcQQJbE+JvgNA2EcvVLbfh5g5zxcI5eZPRtBjVobHLsb4FPSOsVl6GuuJzJu3Og97+trjOEhgKlGjjKd6ebcmvdDh+U47FNI3JCzoYHCaej1N+fpAbL2G14aTcb5QJHzGSvWLgupnoixcHHUUA6IIW/d/p6fkhMIDmC9bkOoHr5afGBOh8J/Ac1ay3LVWuk5Q0gTIL2lpH2bGH8Kab2pnLz711OYO2OqziC2v+TUJfPgk4MbPINx4lPDd0U2Dh6d+LJf4zddidyYsXJ0t/BWg+kWNwx8L9aiSUClCgHJla+AACkdSivCuSlQFURUxRrzbX0Eu+F9SxnQtUH0uo/oJaHX9YLT+TAIIEZntETAz8CAGDQpQSuY3LAwP3fiZ5d6ERQTCsIfTVkHMEwfzAe3LgkPAKucaYUOkeAVCGQ3E6eB58xVz+bSKbNGwbovo8DpgsBGoTXWAoDVHQ4aLofP/A5P2ViizqIL3MrP8d75iwpXZ9LZc6i+KjjYPhxvOHgzXA+J6mUqGgmOasnFdsH3XEwkAe3cIlDFCBCD4xLSmwf+myutTTZi30Ics5CE8JFhhzR+UwHGPufy9UZe5w+Or4SoQKsMBFhbCQ5B2ZGCV01Xx0yt6+nJ2LHLizde5vPnaM6kvndjiDZ0NbofUNwStN8VYb6jiQGOIorNFyOWHXn98FMIIwEXSg9kGHryQ27YrXbPPSvu8lO7bXLz3amq+Xb+56+ndD5+xj4evAhKJNb8mgQ+ZBIz8zsFovwaEkUC8l22SxU6U583XRdd/ZUHD4EJNZ/Hma3SbymAzD0hXilZniPqpSwX0QnZFDSJZBARvW3S6E9vRRrGJNyznf+rvnPd2014x7nSzyfDmWC9eFat1F4Zq3VDjAH5nkwzc1gEGPIQVhtPlLow5Zjk4GDJ6BO9SdcyzpnF/CvoNBcKsORjtOwTzMG2awdxbyV5wnjyp4WWXfXl47tVfvgDJPlEQby5aUSf1lZDh+YZqAFRQramWCBQBX3JNKDbp9cEn5fZuDLtePka9VHl4hWDEG8nhLbxduybEUf9XqK4XiIJNsqWpLthRHzc+520LlBJVwEOWhwiEqUP9wRoH9vR5ARZ2FcyTB8MZlfm9cjg4dnEwey32HiUwk+OstGvCgV6H8zwX8oEC06xei04/CFlFk1nxA4EZJ116B/lA/imM+Ow8hd0f367P5c0XxvHCrlSfaa3+yxnVT4vU58cwRF0NiKp/Gw4hQnsEiAZAhYbVyIwwf4AYhpwHYv47Xzl1krvJpKTx88ROQ/6a5smfqeWX1m6+KLI1/yGWAOe8bx6O3uiBZkyI08MsXPTMmYPhcHiOSv1JWP3LqqOf17hwMUMetYJk7pjc31GYckgwrt2CoBl8c0LOHUopDCvDEdz+hY63Nbi2y/hc0+lPFB3cMFg48wwCogOkItJlY2gwoY0QIPEWJyVeeHP7J4myMu7BBIw9OBgcyXsWITMcLMJGzeXNkK3hEOC0dMsLOCNW+dPJbEvWwZaM+rosg40WajOlrDUWlUi5qORcYDzBBtrZoJF2FsjUSUI66tjM9VLpNSLxcyajL0kYbY7V4tk8GMPYbqEMC2tTKzDqofCw7TB+zTCzvg9gJk9RCHEgjRmdbXhZzBy3aMZY158swmy2zcTMH0x7bEZcC45dAv1C8Oouz8PAPNeHUQ9eAr3OcGTXF/KCwvnmAEMApDPloTB12no9bTl7H4xt4c2X/85X5M2X2uAG1eHtoVq4IcSFj8U4XAyholKEC5MLbLZAzZXqC7O3otQRQxEhldbcwK+NGTl1XUnNvpyb50rudpZusr3klW8vNs89tXbzhTX3IZeAkH+uCj6N8976kI+Zd9MQGT/5vwO2hev5U1/6jXXDuPHiXNZfb4i3G2rehFRXahxsCLEW4YYOOue6cE0Xbr6FG7HwzkoJ4cYs3Ojp4cel1X8FOb3B+dULNI4+EQeL3NzX3SxxdDU3+otCXBhpHKFIlMyDkUkA2Jco5SEALcgBeGoKMkIvZIZFGJt7Tx2ExzzHQ4fH3xVeiOBewmKMgCgEyBMpJ9tftuXLQ/+dr3Xr1n+iqjbeHCg7rRaok+EF0GpImcFcXhJEHVBXA6gaKHlW4XwShTEFMH7YADb1N5J/47yujh83DDaHUN9SxeG1IfDmKw5HojUKhZGpb2HTjn6jpr4NPOgRB5t0OTmUpBlY1yBgdcJIPxqYtcrPS011zdQBRTPO0UzpqyqsRd+jBFbLj3FXl+NAbdL6uBMdfeLAwykOV8FcJX2aJfrQqzuYPl29z8zTlbf3zNf8d75iCZ+B/5tAYfDTg8H684ej9ajqEUQC2q7DZNJg0nRoUuZbLZC5IEuvIEGgkVV+wyglWUqNpXYiuR1PLE+eZ+TbVtqvm3bbhogv79p1TeJnR8N/mm5t1D8SEvDpaxBaL+k3rmn8dBia/48VmEzO4wb8KdPBLxVUPwfUl3Btx6ADiTEi+NfHMDVfxh01p4TMNZ5T5l5sFlQRWQZ0zAJW/RHk8sLCGVHKp4Poj1dx3U/Fwfob6sGGM0O1iCKVJFPh7RclE9gPb82rCsL2VAUxkOb90uKzI7YOuLEX2hLxmIerMMvFASeMyVTWwh4ckEKiEXPfF2LCcw/GwXYBBc8bzDsFfnnhDPL6aUi1JVQbt/AsfF092nBGNVwkWzUPNSrCU1FQlcBQRaHk2SGmEImEy7Im85E41O9feHtjlOoaZOXNV/2TEoY3VoPFM+vBIs91NVxKKWcewgr1EmjbA2iy4YcwuEwFbF8I5ZlIiHko5G0OY5yHNZ4KzQFjJdLA4sR796zXF/bQ4dz1hLXHMUnAZeh4/5Wp6fdf6TSpwRl6mnByLGxc/5XqrM1/fcPSePRjRTfcgDi8PWp9QwzVx6pQLTKEurFUQeECzVxsRYRPfwtjSH2bo/jD12VB7hrkdtLlbrKv5O45482Xlcl9SM3DZ4yfe+aZnSO+TG/11cZKx8L0Wp01CZwuEvBpXMCVQDDkGvGNjNwxxp2TkZPpt/jN16d+Y127Ul3cJN58SX2bSnWjSP0J1WqjalTf0X3DFSlQcqlczwqaYAN3UBKMjksZvjOLAqoHPnZddtnW4blX/x8vCIN1n5Bq8WbRhZu5yV8d4vCiUI148zVEQUQubh8CTFjf2yaEzYsINBAM4Zs3r9e8NxxwypLK1Bx9LabnvmeSiXlYGM8EQ44H7B2Y55HMQwsw5QUIJPihxUMHkyfJX7Zl6/Aj1/+9C63Eq0pZuNl0uBlxeKWE0QUSh0MEHqiEY6ZcVMAnIYVhER+PUWFmMKMRNlQw3mSx/gHu/a9QP3br3zlvUG/8OHWyGWFws8bh1bxUo16GQ42s461RNkV4eCKgM5l5vAebYxmAXVJmWA2fyj3g7MweLmdGD/HC1DsxpzCz98KqTps2xgT58gzXznqPrOHYJeDiPFDbpUw4zdHT38eDVfvp8D6qnOyiXDUnu8vj199ZcXkk3ejiDuH6HNb9Eg3CT9fV4Pw6VFx+XPIlmfGzhKlB64AwrLnuB4h1DVEaWNC4cWEWnsxy4s1X11g3GUvXLPPma+V5Hry+DaSvS8nbxvXazdfx09xaS6deAm7RiH7zKvADjfAAINxMHKeCv7feWhrYIJ9vJXzKsPCLkMHPqAwuqnSgdVVJjIJsLW+vxygMRTICjWyUgEoqBESIr2keoIqva8YLgcBSvKRZXlg+I1bl09rf4GzYonHddaKjM6BDiA4IbvQ89BjrCu2DiCD5bXnbwbLBN14eMCCMWDH475dRXADLAwL0UKZnAEMc7goJBHmHX2VJAhx+TJzTYEDfFts0HrZ6VADHB3joGDJ9crztf/tMC931ReJPZhn+eMHgOuhoo8nQEmWdXBYwEZkji1lH+XSwwgMTQfNqfhNZOJbCMaR+LFP+bW+3MeX6GsiAN18j3nyNbgz14pmxXmeuu8J2C2VlnKsaDRIKutygzRMUy2zE4D+M0AslJwz1gB6MOmUB0sA81gedF3Ew6p5dME+mMCFpDkbp56l5CDNSjeULtVwAjhGuQ1LX/LFIgJKdy30eUrrH0lJfR4zBHIyepp6z9DTl7N3Ymt181eWMS6GLN3BB325S3yBh8DHlyg0aaCwpfCvcUgqMyjC3nEEYFxQRmCrE39r6zGKWslnXtZabt0tqnuUnxwfNmu1Q3nzl557Zs3bz9W4aWcv7UEmAawOHgiuCI5jTuKHAkUhb9e2OqRPht/Dmy3+Hs1k/vGQc119fMLq9yOBGSH2Far0hhCjKNctdDg7zzZjwuNOVW6BDzF+olFtjD46AlZSnNpHhpNULw0K40kJ1s4b65sAbnFANL5AwGEJ58JKA4vXZFsRtg0AYl14kfNCWoIfHATAQbhReSrwcAaZ7sCYIIzzEzE0PCf4sMHIHHij6kGMxxuE05hiBHsKaBPlC374CfTyQfuL9ZVu+zJuvr1xoWq42DG5GHGxGHF1JXIAwGiLws6DLzXkTQR/wZdcvH9GPZXo44lD6IRmU57EAyxFIEZv63/n6jfPG7fqP5zLYnFHdotXoao3Di4ihxBoIiiJsjfIpPKAaQ2NYeNgxHr4MZSYIYTcs6DKf6cEYtz7OIgzFQArBYsKYAHyCbhZjPhtheuY9PYt6MCvFqLHeoVBS1/z7lcBcokcLp+3Nc6ep9/I0FpqD0dPYfyjnjd98DWR0cdHqs8DoF6GDn+Ib2XkaRqZSUfK0AjCuNy5dPvsYjWeXMyZdi4avYgVUqwaW94LFLLXCw9dYSvusSveASPlaKOXPJrF9ae13vk7jGbzG2geSAJcHHAcbKQA3OW55OFlu/jucycp1Repfzlr/LHR4kehIQ6xEVJFzQiH6fV4F0jPNpU4PwnhDZcVgHvdCEqAawQYEC2NJxAAAEABJREFUYXCmWf0ZVd3CA5fjM2EwOiPWCwgVN3kNSLmwj8x2Ber1fcMGEEPo0ZNoQwrLeT8qisB6CoWwLBwQ1pjCvAJTRpqDheAw8EcIDwlmw7wKSHO6w+MzgKGXwQHXFz6QOpER21/z5qu63kL8cZPB56GjT8bBuo1xsAiNAxF13VQQygGqgAhEHRyxEjwT8TBGG6umzBfwozFvwHKmvHkA278w2ChVfU22+Lkux5+EDm6I9bozI/ViGqS33qyHICiUS7bE288OmZ8sRIC+LxFM5Qc6ErEKnmEkH8GTTYgI+h+WE5ZxMOg9u2MeXGUHAXfeIOEFwPAAuG48ew3vTQKUeS+6qZRZx6XvYHTmPTWHk+bxXvRO6LFaBwfjXE0wcZ1k4ebuVfvSp9uDq+Z0Y+no/FzPm6/Lf+q/2VjpeR9p07obiw1uC3F4XdDhR0MYrFOtKXTFVA3T51S/huI/NKDZDI5i1EshnYvZEi/IU7PfcvM80D0YkO+VMnn4lo/vfuatHb+19jtfR1fJSc5Z6+74SMDt0QxuCPtGBdyPuEViCqdFbnujTjx6InA91/Omzb+2YSmPfixX628sWt9uoboBWn0codogkbdX/U7ZG1KeRXhA4uoWCNnhxsslzuUMPxCB65kFZhSmeEITDcMi1QUmw6t4YODNV7w51tWVoa4uCDEONQaIKkS8PYP/sA2m2TxTHvfuHbQW4BUZAW7IAtYi+Ozl5/XnwAFnII+zlDH09ns2vW3uIl7VaSyGQ+HUwlIZ1m8i07h3XnhbhhPsLrnljtGl1/3Ni5IOrzatboZUmyUMrpBYn6+xptwqQAPMZcdQJJCj6VgN05HCk1rMjB9q/XRMuohAWValGtSxOjcMztiEMLgJMux/F0946ObN10jjoG/bte4j9zZdDo55GgKI8IHVwCHOWXBMieTrQFHGnZ9pxqqnsDVhegYvxtQBP0tP2zSWPYgDZU58ZMbc8e/ICg8r8Fl5/Ns+cos+FM/x0OHxVTDGHQwO9U5cBTFwuYMLE75GjOlpnE+Bcpqq1fkIHeB4OdmyZUt0sMH31Y+ywofG7znzzIW2mXyklHhjKqNftDL8qRgWzqurBdSh4uJW0CBLLibF0E8ll74IZcIMIyQESIhW+JNy4pkrSWajJTXPlzT5tpXuj2H5W5NR9eqdd97pNoAtfWhEtMbomgTekwSEdtbRL5JZXMEft1YO4TI5wZv93jgYtcAlSHoDP3H9Utb409DqQomVhKoiA8LXpsQ13SEEQ1ABly1Kv7hpukxRsjHNUaiZ+AULCxgBxiG6ERKu4+3XFuhwS6hGn67q4RlVXZMslFOhkcg9lM0Fgj2A9UnzvCnEjJbcAShkCpcZs53C3pkvPVgKDjAfLDsFVjkDC2LqjMW8R0IUECEAzy9IHHsHMIQkGDqmW6YzQ/LM2InyMll/ZpbqevLzEzy88uZr8Emp6o0SBwbXAbkp/ec/g1BwDsbgasl8+CUhx0CpmeXcWi6tsbwJhxdopwf1YEM9GF1VZHBbKYOfhAxvjPX6M+NgHZSfNU14uGNhP2xl9pMpA+OowfpCMYE8gAnv0wFjBtNOcxhmThgjZAbwMOvtGGY/5HBWEsI2hG0ICdJXkz4lTu/BDHphHgOWN+aXHiCPKNRV/+/Dee4Jg9xxxx3qYA9CnAAf2CaFz+fJ8C5F6zvy4RwJfSYoaEwdS/dKOBgK9cmbVrieufMz5TPHQLpwvgRR4YYfvfFpE8f6PEo9HrzCa6+dO3R4/CjFjkj26XzEjNOJeD3flC/7zJfP2L+3+WjTVDeWUt+uYfRZjaPLYxguxlhbCBHB38YIzCEKrnyCozHAp5W4pqiiXBJyavlVsnm75O5Z5O5BpG67lO7h5y/fvfuNe/6R//ILa2HNrUngR1QCbpOUmwkBB9O+KVkWlaIm/EZfOhKP7/Cv53r2m6+2xEuzDW8oqG+DDK4XrTZBw6KEAInkJ7Br3zQJMglRQEQYZQRTGNRI6LkultDliaTcNpDyiqq8wcya4zifbV9CXKChHiptBeiMN+IOQYHSqKsAQtsgbE2YN4+jTwPTHj0UCDdlL83iAGsdGeid9U8+ZAYGPOHxOSUY6/Pc4t1ARDAdZ2E8A+JIpGWisLuMXLjZTyY43u6SW359dPGn/vYlWf3f3hrcIlL5/+34CR68zufhdeCfa0UoFeEBhjpx2ZVCnigfMkt2BIUDycV5zMwuRcRMpYhqUVZNMejbIXhCr1DVG1XDVSHWFwUexglAI7wtl4kB1Iz1MPYJV4ALB0I5ECaAOXGGPs1KvffahDgKIARbOhCyBcwcW2GLgBcF2xCmBGBaZjH0Tvrnqgeb7pUGj6yiH+/oHXeEy7Z8eXjO9V+54K7Hzr7+W4+fu/mSz/yXmy66/u+fs2nTrw2Od3cnvz2X7JEw58TlO8eM5sX7qFH6hsL1yieoMGJWVkw5SyrSY6nygRo4Xm7L1njOJ/7m+sffuvbSffX5NywNLtz8zPiTV3zs1t84b9PPvje9+Mw9XuycsHbezO06i+GjkstNqQ2/IFZvGdTrzx0M1iMEvs0iiIoyrhL55hzrAUKsyU9ASoVnKxovCFSCiVBVliynRlKarJQ8eRaleUC0fE2k+/PJcvUq1m6+sOZ+1CXg9kh9VUAk+NrgZgbknLhmEvciq6raqoVh7QWPqzD85qvr8sXZ9LOlxL8EVD8lYXi+hiF8A+YiZQhwuUJUGHHW3KgCkRt0DBUUEUyZBjUWsmKZfDdom2Xtuv37YN3DLLpDRJ4SiW+I1q1oxTqKwr248OGAb8pgEz0KN90ZPM2DhXjoMDCPAECOMHcedxipDjB0GImGmZvFp2mDHyY834uKKEhATgUpF4BllWMOQdBn9bc/CTwKE6BLyLnF8T9+kY3l/Wdn4Gb2/CULwy9oHF2rcbAxxCGqeiBVFUXIG3gzqpwhHqbUoOPNj4hAA2VrZl1O5v97W7ZkVR1lMKyULgSxSQz4QVR9k6P+mIp8KsSK7VeQQH1qAFQpDoEL2+XkITwprEGtM4OMsowxfQCBxbQHemesUno4j9YfYjmy/hBmLGHsgyHHQM96JM08u+rTPZ20PmRRRo/g2Q48k1Bmcwh8Hnd/2evrKttfnxnb8JkU5G9B5O8WKT8TrL1qZWO9/rh3eFIb7CU+k+I0DniIozjKelZ6Kn1D8bWfO66f1NfhXANUUASSrVRdzhXfCVxDff7xepzz8nMjDHAR72s3W4lfNtOvhBJ/NiJda3sHG99LP8edqffS6Xstc/XVW2u+lZ3VhDMuH5fFmyCD22IYfCaE+rI61gs1d4he2AIqoVDYxhcSofoUQusrUsGKEqQZD18wKykRTVvy+O1cJv7Xjg/w+vges/TQLR9/+Zk3nvhHazdf71VBa+U+pBIQ8i1cJw6uFd/IaK3MTwUOQYBiKBIGKdQBx8ldz5uvy6//ysaS4kdiXHdjJYPbY6g/q1pdHkK9TvnSJIHdCZB4Q51yRs8OjanR7pYCrmBmOtF5Bte2KQ9fBj8EtGnSpDx+paTx9wztDtOysyC/aLAl1ZCUNkElcINV9NaZjYoDBXIIjOkpAIZ9GYakCkHSUSQipEufbYz1RbmDs38YQ2+rp3teD5b3sYD8+HgYN/ZFBmm/AGEd42HHASGPak5TFVEeVXG8HG3syG++JNbXhmpwC8Jws8bBFcR5gQQNAapKCAH0hy/L1EUieLCBAQKQae5BJAElG39cf5YpYiqzpH2C8iwPYQ/wzPy9KmAQo5wfow5DVEhQQAUuJ+NYe5lh1q43LspngFgAHIXbHgEE0pQ0AlMnM12CsoMfvjwkDT3Y5rTYkZ9HzBaWdTB4h59yOiVX0+B4Pbdsied/6m+sW9m//uJlG9yQ4/ALIY4+p9XwcybDL2Txm+Nw3fmf+o2Pnnv11kXAjsbk8eLohLTjIndMG3+XIQhLOcCQEIer3avMMJeAiBMQDOJLZVS6frJMu/igz6vvqDdc87fO0oXqcpXRTRbqL2hV3y5xeLth8IVJHt7W5frTl9289bKpXjh1j9Kns3+UrFNP3rdx76KIfixJdUvG6OdNFz5fDxbOHg2HZRAVFQ2Sr1sgS5daNPzy0LYJPGNxLgau54qoIaipFy2Wi3XNinTN/nFOS7z5WnogSfeHodifT8bLa7/zhTV3VAn8KGZwVYAbv/ElhXslrAgCbyKqqg4qMjIrC3WbA46T2wMsWBM+ohL56Wn0i1W18FNVNTqfQAwVogZEbvZcvGiaCSaEed8auXUqP70BqS2EOa9kT0gztClh0jbadM3bBeOd2Za+mcrStsxbML5YvSFSePiSEth+YFt+ixag/cYtbF9oyAE/SGQIeNBx8CDEkwPLgDTAiwiZEcrsIHqyZ7HA3LNQTzlSOC/DkO2wCzjAuIYAJX9GQimFBQARY35BKRnFMosV0SqGeljFekN01nE8nC3vPzuGuFlC+CnE4a1aja6s6oX1VT1EIF/eUeHNqPEcVSnggH8GZToEQaAtNgGnTzEJ/LwYQxFxfWWdTMbajFfGqW12l9w+UHL39WGQu4a1vjmoweEA/e2eUl5+8BKOk7oohFEPgPBHAfg0jBR4pE5iH8I8dLqSJlPAWN4AtgW2BbbjoTFuLs8eoJMZGNCTjB6zONjKDwE1BcLYI/tToKoAHMf7qPPfunQgGs5NRT+Ty+A/szD6xTDaeEEYbjwDcXRTlsEvWAm/EoL+xGA4ueCOO+5UCsYHRkZ+1DxljBlcUR7nSFUFMQbKvkKIsR90oVZA/alqFJH1onEx1DrNxAd3G2TDYhXKx3mDf3uR6q8gDr9YjTacH4cbz8xYd33XDX/GSvVLpZQvDEfp/Hf7nT0q7IMzdLxb8JuvK2/6u2cLD1+dVZtFh7ciLnxKwvAjsRosVLFCIOd896V8+W2Xi824WI2Cn0K4MubQXmtWCizRfHeTPblb+YGl5v5cmntbHT+8++F/uPv1Xf/j2s3X8VbkWnunuQSE/HEhgeAOCoaiAaoaRWW9iS4maGShD+Sv5hvjJ2//a2cGXfhoPVx3o4TB7SL19ZjdfAUevlQCpO+F69T8AGIQEkQU0iMwt7/x4h7DNc0ixnuWrm2l65pJys0LqbTfLdZuT7a0Y//+V54o7fIrpTRLZjkVK0bPTVZ6KNtUdiBsVWg7DgX7hgPwfNDNQ5KZOrI3ZjrYAXowjUOcHZLyRE9h4yICEXESbRdboQxozpgmjbwaGBoin+tE4kJn8oH14n/teNan/volJcZrkoZboPXmUC9sivXwHKWhlRAhGgj2ShkZD4IOkDfh2HpMN0OymswsG5VDBWYPBIX3Dim9lVLzTCnN/bS596IsPTKo83NVSJMgWVSziBb2wTpCwA9gxesT3hxFAOEP5wEckfRI8ZIvm8PpXgYsBzrWI79wcG/oQ/KLHszuS4lH3gMOlrPD6wnzVE1VI3WyLpdqoVn64HrBlq3xnA5E4gQAABAASURBVNv+5vpko0vbsnAD2/4cdbI5VKNPhGphUeNogDi6SMPw6hAHt4Qw+ryZ3nrv9x/45Eev/Xvnbep/L2yrvofBneIilN8Bmc7jq1g6AmlVLqNG0LPcLMaEe6GmHdSLhkWqZ1FRR8/5ILjssi8Pz7v2b59PXXxCqw2bY1y4Ldajz4Z6eLlUw3USh0MLgwsh9VVAxU/51ecGVXXzd1698uprbtl65pYtW5wHWc2Drk68S/ykZpXF19enmK7gqr7VMPwZhNFtIa47O8aR0SgIdSZmhUsrCbhghUYgRuUpOCDGCHWDVQwlFdqLUnJKlrtWSm5WUCZPS55sh7Vf47v9tsFKfB1rbk0CH1gCapyHq+wAJyW3iQ/c7AluQLiY/CCiIUCDQkTYo1VcexvMZEPmqxwJH8iHs6p1KQ0+GqJu1nrdL3DD+HEL9bkmFSBuk3iwAlcyN/iON9kFCfUgYjgcIIQA5U/QiKgVYqgt+JUJzHLXoWuWeaO99JZxTQdpvi7ZvpVz+c7Syhl7GS9iJdHzDNBZYvnUcYOnbRDwx8fqapqZa2EITzswdR51TFMHnybczok55eDtisHjTvcyHq6GVxFm9CEznAW2xBgPHTwwKAlC3jLPMg6RCOW4BRFWQp2ynNl2+axuRWtW+kB+Zbk+OyJu5uXaFzPq2ywMrxwMF9fzkMwxBFBMEFUEVThfKIW3jy1cjp4OKiRlS7mxkhPRMRgjp0bMOubm5aDlyaB2t8D+AMjfGq+k1zvqt2CihpZIHEOG0Y4zH9TqFKQwg16moMxgSlERvA0THr60D5XS0mkZPkEZ9uDu0OsSRuocjLI0HH173jbe1R1ezFsC6xtBxVjwl4dYDRg/N6OcJzEP8AHdOd1zo3pSLpYQr8+l+hWRwc/Vww0XDBY2cv8bFNNB0ThKoVocxHr9pbFauAXQv2E5/9US7GpbeHvjpk1vVh+QjZNUXdjPHIyu8sa4UX8H1lOfBimMyDSXuzu/eCV0vrYTD/CinLOBZdQMwilaLahW6xS1GxphzWP2K4txY0L4VLD446ILPxfqxdsGi+vPqRfWGWKVi2r2UKp6ZFp/lPq7TWP4q1zDv5QG3eWv4dwhD2FhNQO6OnGq435yv+j6r5yzpHFTmxduKlb7X+J8UrX+sdpvvga8Eo8VRIOYcnlxkZXZwuWLCChtKEUsMCDziFayFV6TW+7akpo9xA+Q2gcstfdms4ffvu83d7/66D9ePtXjXuv/R00CnH8+Bw/gNB0f14rvIxCPkEcG4gtIpSbtTBU5i0aEG8pWneby+T781bz5uuaWv3XWSrdweVPqm1KR27iDXIdQXSY6WCdhANXIrrx5b7igWKLUMkIQKMHdGOYngQxIUe6HwqRxGXMbT81K6cbPljR+FJjcC2l2dLU8sfTov3oNT/1WIxKtUsk83nFvLMaKtN7G9hlwrOwY7g7X1jw9zwP6wugdo2SC0YPt+AbRp4Q1HezBaeylL8cqfQvwZ195Spk+DUI7RoOFHtw2WJ1VPZe2mgcw6dUxYLnBAFafbzY4PyCOgGPTyyW3/Ppo0+Zfu2RhsPHaqlq8RQdDv13ZFOLwHAnVQKgTiOtE4D8gzz4sB4xsetpzRBgrJLhsW8q34RAaQWn4ttu+IdY9pVLur8zurVLzyO77/mFvb6M1IpKIjs0nAQ9kMCrY+rbYnrF1Yzj1AoH3BPaGqeFnvvY05sxkJdPC8HqHY5bVB8ISh8LJXsNDNsb8ecxTDpYXB+nsxssaOQBUJARoCAus9BHy9pFSRgssdWz++q9UZ17+lY1h/+JHpJxxYxUWbx8M19/IA9YmjYN14HwuiJwhXAdalxAHGsJgUULkIay6PsbB5w3VlsS6ZV35CHW84Xq2eWzMnIpaclinxrSvrClcE4eC2dQLILQbAN8PYD5HRCESwPUfC2RDKnpGAhYv2/LlAe64I+B9OZPzP/Ub6y669v98qcg5n4zVBt44Lt5a6ehTIQx/LMTRSKuaqheYr4dA3VQhahU3UC8fgYYbDPp5S/r51G267vny2Qt5xlmY86Hvi5cTXHhlY7M+hHCVZb29zYOfKWVwS5D6rEE1KINBjcGgQlXx60ilgsgBk3tDptApXi5gofHmtRfXcjKzzhhndieW25XcrTxNe72Dr2lfz0HvHmHyxgkezlrzaxI47SXg9svAZVIyCiFcWhpCLRrO4g3V2VGx7uqrH4vc7A+3jj90bLJxw2IHbCrQm0sJP5cgn+8Qzi1hAK0GiDRcqhFKJlQMtF89wANJ4VoupeNtSkJue/C9KfFtt6BjejxZkXa89AbK+K5KVr6mpbunE3li/9K5++eM8X0NVRAewtSqECyIQoNA3G4I4OM2Dx2gPVkNmabh4SEwgLxO67GFPj6nFRh5N9K89SnQO2GFKZTVHQJhjtB+CQ8gDvRjzjA2F7RC0AHL1Cw1YHzRYlgcqSxcHGThUsSF9VdfjXgsehmWdDZCvrmu6i9Ww/W3DYYbrxwsbFgfBwt8bxV0/guB7FWEMuDh17izlUSmOIYq1KhiRb6UgzeEoKXSwpzOrExYYxIiJktaxrtCGf+FlvJ1zd32cVl6k032Pg4BNoEYWY2fHY3jBuUAFPjgBcb2QUgPsBgMzJuBgfQQ5mMGY/hO4IATxrxlHsdBkFPrMW2WSoHrzViqj4Mxr+Jpwtg6CA8djApEASVE15N2VUG4UoANOEZ35h4s1AO9VCzcWMrCX45h/RfXL559/mjhDJQipW1T6VKW7IyzXwm85QmaNUZU9XBYDUabBNWvFIt/jRv+zZhMLvW/OD5Gdk5xNWP/R4CQRvAJqCBwIgXakcBZJxJcTjBeA8Y4sKCDihdjZ7ZNOi83zbmLYePGy15fV+E9O5M77rhT+UJyLsxu01D/XBXO+GJVb/hsrNedGSu+A0GlFJ8x7DQUlVjAJVKqoeZYB2VqYyrhWiD+54Lw16uinxkOcc5Fz5w5AJ0Sp9xv+tlfG3zs1r9xHurhFVkGm4vWt0ocXhvi8NKqqkeRE4yy5kqx3rxlAcoMPhfBOCmUkRuvZIAfvlpDblorDT9PtM9Ybu63bnJvmKRH9+z8H557aedvr5zyga8xsCaB9yCB41+ESwRTcBdlLCNzEyygJQkCDVIVwxldLud2Lc5OozM3vJ9PGldffUd98ZX/xdnjpB8DBjepjm7jev60hMFHEOsFC7SBDo2ACKY/oCNPNK4gRwWZxrSAD8IJzOMBMacWBF+omt1dmjyCMrl3KOP7F1J+ev/9/+xN7NrasqHeSxstGvzeLLMFNmB9YOyjMOZE9sCYb8wON4cOYX2myZuRu4MAyzqm7XgMlJk5xFs8FOhLsym2AUKgfBImtNhTKECasSg58ZMX6zAH6MsG5lWM1VAZQGQQgYqfhcM5FMWFqdp77iW37B2w8HvyfvN1xS2/fnEyvaZrwy25xJs0DHi7MjpH42Ag1IlByYEC4n0zBOXgxpY8wxRCuiKQX7gj1SAcfykNg0kjuXlFSvOE2GQHcndv1uXvPP3Af//8ofY2sa5LPzMsAGU3bZBtCZMA2xSCoU1BpvoiwoiQBnd9xBNHgheYQxjpa3ptxnUGp7NZBt4CY4C3ybR3biztwMwZiT1k1paQQHlAdGDQ85j3Y8XSJZuu+7VzN/W/hzWr+MMCrpeNn/xrZy5sWPhoPVx/U6zX3xarhc+GOPxYqEbrQlVTzmo+PTTwAiLwtUj8N+cg2YoVMi6xUg3VmSEOrorV8OZQ158LYeE6KemcLUf43aMfxtLJzBd25uAwGDuSNxIdDFZ7knqhMBTqQZTzEq7bQJVURKQ1q4al6FlW9NLJ3nAR3j5juLqJo8TFb6gu+8yvb7znew99vJZ1N1Sj9bfV9eLNGgZXqQ4vjNVoSFkDEnyWCLsVUVMJRj2QIZ7LoByVagWEc4hPFcjtTZO/0C3js1HDBf4Xrs4tTrWzvW9vTIjXKsrnMwZfkjC6iRPxzOHCotVuFzi03HXSNGNp2hZtl5By4bIXjp/CDoFxoBRuG0gF1prliVheWbZu6cmSlu4pJf9RyHY3Rms3X6da32v9nx4S8M2l+MGLMN7CgBuhBgFUKr5pb2gm6bzUtZeOu+EFZWPzXgxXP7C9ZbSekStKqW41GfyMxtFtcbD+nDhcD6nYDDf6IspDn69ZwncWE/gPhJubTGnFCgTCN1lBFRWqhpImktPK6yrttoD0ByZ6H7rqmcX8xjt+lUA1meWcLKdceIWTS+KxjodNf/LmpXCzLWTU+j69XwIK6yHM8fQcIP0gQFnZDH2cFmiePhjSEPe1ADGZQRkSPjKCo2JvzAOYAoJM8wrtW6Y5E+aq0oYzpxQVXoCgS7bYpfTxto6bhpPhIt6jWwDOQtQbKbOfnORwS5v1StN6PVwfUBQjN4wHQoVnPYcFCGZg3IqgUHBkzaxwcLS5OSdB1yhfcPciTb4tafwNS92f5FgesFLtwWFukhLa1NGGZ6Nj+wI+QDXMIAwJOLDKuTyZFKAvC3dOK4zM4ek5SAYLOyh/cHxTkNanGXqeF+NQqBiYGPynJ80e89Y8BMubgwxY/68cqDHkTNCqFJytVq6pYn0V1uM934RtDNW6ysLHIHIzo3+pqtf9RDVcf16oFvvvOhRxEVXUdS3D4TDwa1A0IKYuBc4DdJwouWiWUOd6tM5GC+vOG9T1T8SoX9IiH3ntNQx5CAs4LR1HQokLpSgMV62wQ7jt9dLr5iC5cAJ2XYeO5wFWp/gCRAPg8DkrFXhQQl2NFkvRK1a6fEWbdP3BFo4Su+MO9ZuyXOIlPFN9iSeqXx4MN35uMNxwRaiG/ORbWaxqtl2xPwU7Zp8CCSKiVBSgKSfOb84IiUljLBL8nlgvbVP6S02yX85dvop6Ope1ccqcvyWc/6m/c16Xz7zC5MzNoov8vjq4WsPg4kDJhRgRlKNSqkZKL34TqkgEBUJ1MSEBJgrOQUv+k1vkPGmtrPDma+Vpy+P+rx1DkUdf2rV283XKlL3W8WkogQKIgzcRytDBVQYRlRAHIdZnBwyuUKk/Ls0iN5Stbi+46HBE5+v5ouv//jlVfeamanj2TaLrboEMPyU6+DGNwwWJA1iIKMrNnsAcYJrdGxe30Hg6IOxK5l0VbvotzJplK+MfWF55CNbco6F9oAN2P/ed/2nPrl13Hrj5mjMnbTK3gpatGLeyqREv7J+QAn7Moe2gPcHUltiBUGE4CJA+BXpnzJ2iMEawLSNAqwRS0IekM/RyfaX+4eNxcGw2h0AYV24YFDp7kr6kH0yM9tuY6uMe8VzauyBho6p8UmN9Xa7KRf47KtiyNbLo4Z6NbVXPv+jG/+rSNtfXNq3cWqy6KcTRplCNpr/zFQIwk7WRFyoJB8FmLUJQAYjUQSBblBfNcc4FXdtJbtsJT8YvaUm7rDT35TTZrmh3PX/PP33phe3/ZMyKh3rhMQVqxlbh/RICYRnhcxV6OkgzAHMpTeTtAAAQAElEQVQUph1MU+ZCGQOcv31IGktOvTCYgfMK1Oc7wSIH2nVNeX2GQvR0zyeE6L2Q6olZSP7AeSpUhkgQxs/koK5ri/JmMX70k7f/78/02+C+6hEe8/UyCudu0njWTQiD26SqrwtV9dEQq3USFIXKNyvQwB6isicoDysiRgWAMJeMsFvyRCpzEwQth9wapOtFfYS+Tw+SkY1V6KP941A6U1M/z5umqAzORx8/wQEbBw4JzFQpRcUKhSYVVOv1KuGKKlbX1DUu3rz51zZcf6TfjbvjjuC3xFe98vHzBt1l1/LAdXOsR7drqG4U1Y9piGfHqq5DFWBq8BXOzuiFUDKhELoClWLgKx5ZAEohOEPFgCFEz9agZ4vKgJWg/jhV2L/QbYwxXpt14XNZz/gJxA3Xx3rxjBgHhdMJxnv2QtBCSYgB1aDGYDBAzdOnSm8MkGkwEj8yJMqjy8m6bixdu7ycuv1P5ry0nUb7T0KJ22Vd9+apGudav2sSON0k0B8YaET8Dwo1Aurv1DyAZd6GiQALC+uwft36M6owvA5WX590eO70M+RW5h55NP6vcoeuvUrC4PZYLf5MDIu3QhfOho7MtKLBUiRuFYkxLltIVIQqQkLgOjbwJQq+rmOoEVieRpMli3S5kabZL81k72ul7P8GytLvQyf3txaefTusvOPmazV3vfVjK7TPQAB4loAFGguaxyIFRQyeZ3BTqPDQ4NZnCszjwnQPI4l1WNL6ugXGdtzcejjFtAx7w0EI40JTpjMESAmwrADDIByzVDAyY4X1zcAeYYXSsg6FAPur64ENhsMzYxjwgFt9TmO4ajBYPv/8t5YG7OAwv1X898QGg3h+RHVLV/Clpou3Fx1ePVp/5oaF9Wcg1BV86Px0Am+/5AKaUXADY9/krxdYBZHaQaaiGXd1Y4xv8dKMJ9pN2j1qeKCuw5/WVdwWVL9jo7QXR3Xch0IFKh+gHWcEIBPCsaMo2XAIQ5J7z85QID0yQ0Iya3iYIIxP86wvDQioFEKJAPSKZ8gbPPjEc3gZYlrDWJwAIcSqEMLqvfeIg0329YSlGBEVhAjlZ0IN1RlmeqMV/DhEb6i66vJw1jnrcBTn64X735UhDD9nsvDzJYw+J1V9jtaVcY4aZ76V0pKjrJV/eVTT1K5I26yQCSsxhBK4eEWiiGrIZjLuVrrldmV3m9vfK8i/20GeOe88TLZt25aPwsYpJXNwcEyZcG0cBs90TAsc8uSYEasKMVakUx9eFdQ5AucvV2QRFPPKYV0M9RVVNfrMQhWunsR4aYyDESsd4i954ZJatDszdXqNoPorIQ7vqAYL12usLywlDQu/EtQDkYrIpQHPGpwDnJdCu5HZF9dyydRdiWw3orD/XDLfATuk0vE1wfaHqn6yrkaPSRg+P15Zft25ZeGT6+e/8zUY1Vcgjm4G6lv4XfVq0YWLQhgMAyd0P9Uti4mDkuU8F2LKqUBEwSeNhFjxHw7Ucmpzad5KZfx0LuP7YUv3Wr30nRcf/UcvHPFNbNrY2nNNAsdFAsJWlJB+Zkof4+M09FxPNB3ghmZuFiRzv0AP6+ngnhJp2AaLMQ4u13r4qVAPPxPOvuATH93cnnvR9V9ZuPrqrfX1fIvctOnXBps2//UNF3/qb18yKOnqyPUc4vAWDaNrNQ4vVR2NoLz5kgomgZ0IQ7DXgmyl58AoL8wMJ4wSJKTfjA2WWSo3SymNn8l55duw5Xsgbz7QxT3Pvv3wb76Nnb/d4SjO/7vEko3bkvQoYHtSUAjTAjCE0/r+hTEBZnEPna+D8JJzeDuGPiXTsLfzHp+Due/wPiYWF4bCMaIHZWJTWC8D5wFQ2joR9sMDcSGMEuO5BxoEEsJIVC9WjdcQNw8GG24ejconL73+1z52yad//eKPXP/3Lty0+b++5PLN6WP7F/EplXqzhfpzGoY3aTX6eIijc7UaDrixAMrNg/1gDjJNYfWbh/EwBJA36s3Iq6MUjrqQr9xHxpa7Fyy1j1Fr2xdCvG8D1j/5gx3//NXd235nwqaO7Llh8tMn83yjYvtsG5TJHJwWMMqJBXrvmmGv1EyZwucrASnML1MaCuPzSsL4apA7lsIBYJVjHR87piFHBhxIe6+Hw9vF1Ak5EzYqKso9K8RqFEJ1sYTqGkBvWS7xtpyrz37887961ZVb/s5lV9zyX1x86W1/86KP3vq3PvLxz/89Hpyrz6pUt0kc3VpVC5+KcfgRjfWC8LKhPxDP5qhIEX5+Vw8LJzTnQxFkQooq+xaWtqKkL6XcPdGlyY6JdXctheahJg7e4OErkWEOkM/37YU1DgdJB/yhzR6aOlBoFpm242UcTjSSHB4H4z1cFz16Kh9e2sHoIX5eQSCiECi8ms8dY6NGCiRANPhcPzfEapOF6oauyOZlra695pZf33T5bV/5sctv+y9/7PKb/u4VsVSfHpSzboMufMFk8DlofZ3G+mIN1SKC8gjMFtVR2E0iMvszQgAEhnw5oRrgMIWI8Zq301K6rpT2TUh5SmPcEQaDnfUovPLqo/9qWVnzpHvb+/bGmOK1weTzosOfUF24PoSFM2IcWj9OioxMCYRSFC4JKTQ/BR2/q7Zdi9RNba5wVpqVUnKm/cscb1qW0j5pZbw9I/nvIGwXXf8m21rzaxI42RIQAegBzmPMHZcrHPP0qQytFKTEN7M0tc+05T3Dzl/hJltEaq0GZ8fBwlWhHvxsDvhZFPkEmnj23sXX17+ZF9bpxmZ929aXIOSbuSP8dIiDn9Uw3Bzi8CyeE0xDzWXKN3SJEA2IMUJpdbhRoOkmRItsGYH0yFsRYyOlo4HrMqxLVrqxldy+Iui+EZC+qijfbmu88FZa985PW4cJU4QWJlS8HFeO0CxbQc4Zhf25TkRYwcFg6vsNFbQ60ySfHu/hcQfLe5rRI3qaK2/6iHmHEtkQFCKBh42ARFtO88YiihBCD1XyQ8tnlqDB4AewAv747iJBRMOFGuNPi9Z/TUV+GZAvhpBvCsBns9kthvKlKOWvmsT/TDDYotXClaN1Z6yvR+tRKOe2S708yAA3D7ZPljQIVBkx68kqAULkAks5Wy+/lAUliVp6qwp2Xwjljw3lrtjp4/sXl/bhh7iEyFEEjszHriwtfV/sclVojBvzVoHCNe4FdiAsmAqbZZ1lAgecJw7HgcwDES/BjkAOZphmuY6952nqSE/WYAHn2SeMBEqqqqQeLFg1GJ2TJXwuWbmDO9VfU8iv5GQ/nlQ3h5RuRNbPl4K/wip/FVL/5SosbB4ON5w9GC4ihEp6F0SoB6E+GOGIpR+rSWRtRS6lZOOlQxBumVpi4S1xSd3LivL1gvarKekuYPTWC5e88I5P80cazeE0jm4q2j7DpTRHT4CnpjE+qQ8+Z951QcFgDpZ0YfY1vFVONZbkiODoO+HYrMe8Dgu8i/dSYHtGG5VpJ3IqUFEEDVSlcW4XUIZMqwSNoqHSEAcxhPoCSPx8QfVLWeQvF+SfDhJvAxK/wIVfENH/HKH+WxIGv2JSXWlabTCNlVQRsabdisKbLNqr1EAV3j56Zx6Ppn4eoVZcMwpFEP/O3sVizRg2eRJlfK/l9k80dNvHy9O/CmYzOGnusi1fHl52469eULoNV7ZYvJlvQTerVFcFqS6MfCWLykFChQ6iEP6gULm8AwPX/xQ0or0BNU59mlTwak9y10jXvMn4U4Juh1h3bwjdd17c8c9fWLv5OmnqXesICk5S2hQBrQtxJJEIjBPbcaTck0Mjf+QBBFdRz6fQSPYgjQz6MDwIqMIIdbzAKr3OQvhcGS58QTee/3kdXnCbrd9wW14893M6OucLWp3xBYnDWyTU12ioLhGNI3A9iwQADoGIA3AJgIeKUngA8JAHIhMDmCM8GEhiLJlJSktc009LbnYC+W7kyYODUD331o5/vQ/vcvOFmSMPbNQbDsX8ZZRjdLMhZm4Z2RumYBqrnKyKT6NsZhqZPb3EDGwTbEUYOjwOxh3idAJzJ2xHenGDMfTFOGfIDQrfmMssDoY4UM8gUg7AqBljGkFENPh/s/JxSLwROridh94tUi9ssbhui2i9RbX+goTq86GqbtBQfSyE+pwY60EIFdhqv1nBnRmZmkI8Z8YnhGR6Cs+K291CS5ySWOrG1Mvzavk7Qcq9MeQdXRe+/9Bd/+D1p/7otxpv8l2RIoyfaQyRxbhmekF4ZwQpHBkcjLJ3I0fkjU8mABYx8uf7wTTHn30ODjoW8oIH4DnG1BTT0tN4P162PQ293DshrNmDfEqf7U+ZUs0JJoIgKpWof5+qBrzFqj+COPg0wuDWwsMvP/tuydiwpejGLSWs22KkgV9+gtbXUh+X1FU9qqgXFcoDABsEAgQK4ZJA5sTNKIX06WQAo5ZUkIKWboX6eMpK9yD3v/sG2j48POPtV/q97847M96HCyyrlAd8TnjINMgG2HEf4qATRl1uDGaeuqBu+GTNXjA9XcAfkz4+fXjevBQ1KVMAZZrN8jgCjDTH6rw5m8K8HsZcgmKDy1IoT5Eo0EpN/UBVX25af9Z0dJvrAdj4BcHiFpXRFg3150TrzdBwlWk8xzQMEEQlsOWoAH0proUMAaAqJEkfR+EYCpVEuOwUrp/SKV9S1JqnBe39JuN7k7Xfefov/vvnX5r9KwxsEifPLS+ckaN+uov1lk4WfrJgeH2U6oxaow2o4MrAtypnx0SVUyEo35IMyRc/FQtyq1F94Bxpa5YakzwR7cbLpVt+3Jqlu0vOfxJiOT43X87KGtYk8J4kUGiL3MrIUUrbKvrRyqwqcoKjQlaFCyqIv/RwIyT7tBm9tZepSQHPBMgByNGGuQrn5zp+1qr4v0M9+FWE8HcR6v9DlsF/KdXC34z1+p8O1bprNA43SKx53lHhiKXwYf0DtK/G9gsPPwUBhsASOjO+OSdw7UKLoirBYgG3aLwUrPsTKyu/D7Q767p+YWPi2yTeuyu0KMbiIhEigX0qAgn8kgCH0IILeelDjxMgeprTewAH0kbpHAKFuKBmnxGF4RQzOmv2tYWdgpvObLzmIdMFFIso4PaO/JkoXFzZbR5BGw8HS7F0hkkSSBEJDCIfbhBDvVGq0SekWncrdOFnLQ7/EuLop1ENbgnV6GM8FPAWc1hrjD40uD4UQlmEHsI+jX35jQp4GPa+AoXkokvWmgPCTYd9G29aUJo3Qkn3hNJ+XYB7Ux48sXFpsB/v2ZEP1DD4QdBngkJmP0peRJhysD1KDFQHKHJCANL56GkuJwM1M6d5/DAAhh6sCupApKAHGDo4bmUH07nAovPyHiWEHTv6/FVpYbM9SFOCzQtEhS8pgqoW5W2WDtePLC5enGXxk0kWv1DC4s9ateHnLa7/8aILn4QOL66qejSIFTg7OR/ZKG9ozTdztum+wHwPtI5a4BcgS6WQ2yKcLlFD4QVnK9THy8G6P1Jrfh8Wdsn6ds/uc5d5+eYtvH8Iq/iY2HUvZ3I1kJ1p/gAAEABJREFUozCHCSEHwtDLkOJiJQziFShTSIGxgIMRil+YR5gAM7r1Zbycz2mHx6ntPh90LMta6NeW93QYSBdoP3+DqDcLodxcTzxuQVldphB2K0VUivIQFoe11ItnWlz8RAkbbjZZ/KLJhp/UuPF6iYsf1TBYJ9QHG4YbCr63oUjB9If8gcMhX96ogj9UhED4TsJ10jbkKoNKEVKCWrcc0T4epL1bjF/kcrhPNB7yRU7Z3gn3fvN13ua/ff4E4RNdqTZnq29GGF0lYXRhDINhDMEnnwgXA1AEHKD10lNGHVStcPAE4NqnecodD/yT1rrJm5YnT6FduT+3y9tD267dfGHNnRIJ2LxXTuF5tA89Y46ecJo8hCstEFxjNB0ooClxON3XHMGsHCSWoIslhAstxGsQ4k28oudmX90moeat1+g66GgTwvA8jYOBxhoauKWoQsTh7Xm7lAGNJIggQFCARZhRYP02k00yr1hyeVtzflJzeVCt3J2aPQ+uvL38/FM7fmvfzvdw84WZE+Wrm6CYaDEaSwHHagL/cUPdUw2rnCeM+UcDmOfwFlZh1mZPWRX3klOgdza1X3AhG426MW2gRXOIAA7M0jRz1iukkFxI5SblacLrkQhoICoRrQeig7MlDC5FqD8OrT+BMPgYQn0JYnWWxmqkIQYNLM8+jNIWEdBPO2PzCoFvWk6gyACKDUgsmRjrUEqLktsVWPcscveo5PbeCt39C6ieevH+f/DmrlX//horv6tPqDgK8oLp4Qvsewr0TkT6EAyn8vHnlAR4nvguMMU8PQvn+dMQM+f15ygsuRpgegocxVFNzJG+HCP087aMqiQoJfdewFRhoYJUA6AaRQuj9cZ1YTr6CMJok4TRx4mPIgzPR6jXh1DFEAICx8qamA7KGALGBjl3uSuapZQLPUkmQaj5wJ6kLMPap6Q0Dwbp7tG4/9upvPVK//t37/PmCzOns7BnoB/UAcI0wnnpPIqnDBy/kEuGcNcTYJzboIad4lhdwtPAtBxYzstaX7Ywi3Q+D3ph1OFcOTx+KERk2j9XuJA3l2EPMQgx7YtPljPlK58O+I43HBUdnAMdXEJcLmH0UeIi0eEZCFUltF1aRWjkHGW3zmOhfSrk08gRIIDDE8bBmBm74lmtQCxzcnZcMM2bQt0o0o5K23trpO++uOO33vFFjs3jhLuVcdwYk366QL+Qrd5SZPQZDQsbq3qdVfWQLw0BxmlWCq+3zUcEFANpClEKIkTyqAY//ZfE2diZ8eYr5+Wl3O57PDf77kmWvhEgO7AweouF1/yaBE6qBML77I37NBxebR56/NRgZlDcqJABT6mHHhE+VFGCggsVNFAQrQOCL9zhSOO6SnSdQgcCraFVLaG3YRGBBkwjs7hjCOi4pgsPX1zY3OwFgXQNQFCHQdHlkptJ1413t+3kD9t2/Htdmx5qJvHlNy78sR/6O184zE20Ml6mpaySAC3oxyc0koyRFwFWxY25BwEYDgWTh/i+NinTUKhEB9jKocAhrrfUwra9GnMOpNmfx6d9OqtHAcux2uxJwUkFUO6iA+plwJ15CglMhxoSIkQDIRBxYBaSB9raknmwKwUqAUEjDwLqLJi5nbWOLGXuYx3PxctS8srrsOauSrs/VMnbRQbft71YwjE574eAsLaDwTF6O9CGtzPH4Y0ZCQfBXZJpzPTvdTBzHnfMkrOgVxmre705XFDgvmX9ZkV9UZ59ccqZxyRAK6DXwQgaRwhxHbSaIlQjxqkjpW5YXigKBvChmLEHAlATCUVMc86lWMl8TZIQIwJvWaiz9DLQ/lHO4/+Y0/g7TdO9/tLlexp8QKcc5zubcKJBmNHLAtM4k5ShUz3mMD4MnDjgk3HPWw2S6KelKEE21pedhcya+dV1PD4jHx4YW6IHD0euC2HYwzL5ok7IRV+FTRiFXJQzV4IY1435ugnUAyFcL6C+ChRerqprxEEFFoWxTQof5n2JQNgOWK5QM6njeSQXG1ahjGqFoFVLy/wit/97uVu+x0r6Jj/hPbCCI59LtGfuBD385uuyG3/1Am3XX1nK6Ga1wc1BRldGGZwfwmCgWhuEA2b/hYPzgULJkgYOlmI0wIoAHKgY5UAJWEpWuklbuvEblprvl8Sbr7SyPeR9333hkf/5xf67N9tb82sSOHUS4MR9j50bp/d7LHpCijmnjnnjzo5wqXlaaE5EBBCF9OBmwbUpIYjyFdEBVCoaRbjRaKwArl++CvJ9MfUwoREUgdPBkMscDhGB/5j/TkXuDKXlwk57SmmfyGnyQOqau7vx0s6VtrzwxhP/Yj+2beUhCu/LiXbcGzXDhFdrbkHYIwUuc8xa8/FOAfKE9+GEZd8NzD6id4kb2SJwMI5ZfBpSboekp+WmzXmfbjcDIBEiPGj5ZjKH38AE0jUyXwmWp7w5bJiwHepk2rM/QSdQCVAEbloKZsP8YJYTxDoIPy9QP7tLnjwMdPdITPdXVffMY9u3vvV+br5wwJEvU6aEbQvDD+K9/uF4P+1NNW/kBD2m0sd7cF7TS8/DfmLblALh+Fym1IESgboJXCMOpX4cooH6ELimfZtz/YA8uFYKD3U5c8Pj7GUhLinlFzGRIEWClWUt6Smx9GDJk3tyfv3B5cnrL77kv1d0jDdfOOAyYz1HDJ2TOZgEB+fwOeQh4ZL3nHeHlzoSvNYqujfvJExpfTd9evqYUqdxl/IUnvaKc8x5n4ZG6Rr59FLerAlboW6MdgoSAOpAQoDrQkjrW6GB6s8jDL0Pr29WYEyLTPVqJqBxAfVkvBqmfjJby62WCb/IjZ+2PNlR0vi+ieGxJ7cf/VzC1nrWTszDf+crjz6tiF+wsm6L2rrPDKp1G0b1Aj9eB/MRJMuSeJRMyFJUoDzeK42HQZGTIbXZMiEZfA+gCNpGcjven9ulXbndf1dK6U8DWt58jdduvrDmTr0E+iVMNg6GfUy4lB00Bv0myBKn0tN+kBPy1DPRc8jYPATIKjdfIZSG3xFwyI8wj6VKKTBWi1y3gTdehZ+t2jTBpFtB0415p9UhowCqRGCfyvKMcwN2A9Y1DdrJSk7teFLK+DniT7KNv5Zs8t0J8NqrZy0e8xu9+A1YAW2p+BO96wcufRQen8ZO0ZOCI2sghDJygIauB9NOh4dguZ5DYczhMgyk8CCDGfwgphXFHIkAEQVV1IMF4XPO2I/12sgwb5diUG5AqpFFFLSw7JJ2ObOPzsQ6RkorYu3rQZptkMnXVCY7KnTP5LeG7/rvr7HBH+LZucufQ2Psh5Q9/tkG75XjpJDMAcqUtCmdomC2EQd7NkYPgjX70pRaH3qatVimQLggHJ6nzFW2H4g+7mnCvbeWqImOuvCwP/qwT569kFKx1BUrbTFJInWowyDGEEoxboov5W7y9dTs+4/A5JGm6V599aznG3Z+/L0YOBOmYOsH4uTTx0DSzE8JPqZD5TbLPkCclptShbJyUDLMZ4wi5NPj3hALsXuWwQGwAHoIg957QfJImfOJgyiMEz7nezCHjVEN4NLowQtGWJ+XwVMtpL/6M2S+eDTjMZrxBH5DzGq0Wd6ZQHjMEjZg5KiQylnDhjO6bqypWVqSvPJ4sJW7Vdpv5Bh3sNa7nkuUBY6795uvj1z/lQu7MrzKNNwsYei4UnRwfpR6EKQyFQFEfGxSlGIgJ1kE/ZsAZs6YXSjZlIEeXSOpfZ0T8ElLkx2pXd5eNPHm61/y5uvO9/2JYtbLaRmsMfUhlACn9EGuDcaEg8FB35dxquMg+ZTEuLxA+DLzsDdszoizRkhvCIVZQlvlAEMCDuGWBQgAEYEGbvqqKP5jmU9HgbftkijGuLcpCpaGZXPjViSXTkp6izvN45bH94utbM+27+Eib7306qP/ePlYbr4wdyuMFLJihWZFDOyfFPqe61nI4BT5KRfOlKOQi1Ugu1N9eJ6D2b1XPqcw0+kW0GuC8ufmAMrXIbK6dQ6dZtRcBxSHt+stGjWBWfnCrnkZaZ7tXUvJoiUt8233aS3tTkW6O5Tm/jSe/OA7d//DPbvex+98keF3evZH5p0DskNeOdfeWejEUnz8q1HIjbFL60PyxPiRvHAiTQEIi/UgjQOhN4ItUd7SA9SOYPoD5h2EsU6hsDORqBtHYTZ8W2QHJHPtgTCJZhKKLYeSn0bpdpbc3L2y760HV/a/9YL/e1LYti3hOLmeB7bFkZBDPp0Rj81CZvXeQCYJzDBPG6bDZHCodx175iFUYeogpG+LpN4Ln9JThLGD3huZw6nzODk3jzN0fjmZbRV6rnwMcyjLakEv7umSYmOF03IKUCcoLEMv1CIIEb6g0ArSntGqFC6pRDvWtqWbvFHS5CmU8f2Kle38TP8Yv8bxXPJP3vVc4t3ieDvbX5+ZAj6LaD9hOvhx0cFnYjXaGOKQHKszzrkpIjyFaRUhVYCp9qJqedBKmQcuTrsQxKKoBYNZMxFiv5Tmu5WkvwgavyExPjAc7n/H/zV2vMez1t6aBH70JECrQiPFZQaImyamGUofMMLNHW4wC+MF6A2RG6M53NCxrIpCRXowQO9UEKsKVV0h8FYMtDL+VplLQgiBUKTE9/62y1Ww8bDS3cHKH0kZf7WU/F1g8sZx+V0WbY08cY/jMY8mhOyiH5MP2JlipjAuPdMn++HcGHsHYXw4ekFP42C6B1Y559ShpDm4AbKYqwJGOiEibI/ZvafhhNGuckPh01hwij6TDyEURh3nZJZpez1fkSUgc2q0ryK3f2x55XfNyg5ry7Nn/5D/eYAN/nDvRwWDca4RfK7i+IdXPr4ljPI6Eo7WCyVObil0TDFNry5tlNuhAOU+BcsxTlmi8MTrWumXGVXZ8aWlK/7SwoaDWgjRqhgIDVG446eO7yjNKyU130BJf2C5+w6kOzE3X6KcLWQKc2cAb4pAKsjeFDjM+VxyHEY+atLLEjYH+3NhULo4BDiKm62VOU8z/ozz1uWLOf0Av/PyHAtp/aFLDDRfkAD0Yc+KgUcR1IMKNe2Xs0KVQUShGo2hz9xiiZaqa7lmxmp5vARb2SWY3C0o36CNu/9ov/OFwxxHfRjlAyT95usc3nwtmV41SfGWrujNRcMnUMXzw6CqY12ZBA5d6BR8MK4mhQYbUWEMsxXkXEw4YxUk+aty7hqk5nVLkyfF2h1B0vZqGB5746F/8dIL29duvj6AytaqHm8JcNJCDOBixmnryB+N0JQ9xnt+GfYEIfvaA1yF0yxj+iBgLEgIAy7Zfqhcs75uUUgHemNFgxXgmcY1zVUN0DgChSubpXM7Kbl7nW9ij0UpO4J129uVPY/k8OwrL+387RV84N9lAURrEyu5CHgII9duSUHHcYGMSR+CTmZgcFK9C8vISekBskhBkwPrcZCreWwaGksfgI/BWNy9Zx8IzVsjPHOOeaYXpI6FoK56ORT2zkOB5YYi65YE6fta8gOSJneXbv8DUV55dvfDv/n2zvfxV6je2w3uDjsAABAASURBVJHBExjnBKidI+efHOpcKjaTJxhOgZlzOXnU+DDmTgHYqjR6utOE88vh8SnQO5evsJQw1cddZ4y795Z8cnKOcpICheVAqCqCqgT2RT3wJrJ7BqnlzVd3j6a93x5oePF433yhd94j2KsQTug5ZKQAPOSYgznz2QU6I7/ogffoKAmXgaOvxzRDIbAKAvQpvMMZKYSsAnlyrns4fXX63eLsxMeSefjNxnnJ8fkllwa2reymzwf5EIgpCq8rjeeTwrWCklop7Ru8FPq+n0t4Q7RdtXvs3X7nC4c57+Iw0rEnl3jzhaDXF+hPtBY+35heWwI2yEBKHBFDQawVoRKRqByPiZ/6E0//fgATf1vmMI2OMixSsvFqT61b2c9T5nctje+y3P1ZjrJTwhlrN1/Hrqq1midMAjRU76ltYykHg1PmDXwFwtzUTtmgSaChkaIQ7gq+ofRAYTkH68ABiExRuJm2XYtJ24GXKCjmRjyyRkAiIfPmS5V1pCCnCXI36fjYC0tP5Nx9tSvd73dmu4y32S9cghbHyYnfgCmKmJvLTK4NZt44GecYwcMHPOw3AqfPcFKDwt4KBDOQQekByJxX5sJ5JIzxg+B2I3NwbKxghwG9YyHWExGIBMgcYByBrQZqTPitoUjuxkjt8stIkz8STH5XQvdQVY1fvrB6/3+F2nd9lIeYkOGjZJ4EMgfdixQQHJTnwTj6AgCziYMlKG2SpmmPg3oD57/rDNQbDIDXZSkQwkMuXO6ca0Io00J4CDrucHwtMfjep7FiBL1cgqjw5kukdJDSvqLW/ims+6p26WFg8NKF1cK7ftpi08fJG9shS1y7xrH28LirT5gFf7jcOOw+7jTHtJ7HHNNSHiOYJSzrAGUlM6yOi5chWPow70TCC8BDZsscBiHduTHPc1AnRr6dOzCvD0nnEYNP1qN3HTTdBC0ByQA/S6bSwmHMF1FWC8bjiPnvo+cus1jRCFtSbXeF0Nwtkr8JpKP+tSObOaJny0ekvy/iJbf8+ujsW/7OxUEH1xgG/u8CbdZq3RUah+fx9qsGrW+h0goHV9SENk+Y9hQSD1+J0igcIukFPpM9nTvktuG31fFrJTdPSp7sQG63S5nsevau33x597atk/fF5FrhNQmccAkU9uBL1sFo74XPORg9zbxzSvs35cojDkz5FcbdQMwxpWKWa33YP8SQuQkVGjuRCIf5Ys7oncDLGld45llsMuFL1Wuw9B2xtL104+3lrTce1VdXXu1vs4/DzVffKR8rofajVy6gkbHiDJDqfvVIPH2qQJYoGwqGDBimcgJDx2oePa4s6fA4VjmOzjcY6qBvZxYaS/fpPgREhNApwJAA9UvJgMpjUc7dkveX0j1R0mRHtpW76jx+cLgszz9xz7/Yv23b1oTj5IRHPfSGHpwxOOnO2KMDEBjh4ZEBuoMlKCSWtp7m8R4cgZDChvxJeGoVKGOw1mrIIWkArhsV9CpheyXzZSElsdStoHQ/4AHsIVi6t+r27QwxUx//6LjqA+9wMqV44OgHd9i4e5pLYCpDQ19wWu9dnl7KMS0irCWMHgrpqUL64d5IWAWf6wfALK/SY1WZGZ/MfaenrHnUgKPPVD4JnlCQS+4B8MCCwCI0IG6++KKZu7ahXl4X3hIHJH6Ra7cr8vu6+WJPvWd3ffiBHmOMzwpZbswSvmg2+ILGdZ8cjTauH63bWGIc0jQDTdvqpJtoKkmzZd58JXR8M6bhtsxjWJeZSp1bASJZ1yxr1+zfV7qV75S8/K0C+2aM3U5Z367dfH0gbf3QymsFjrsEBDhgiI974x+owd5U8WE0eg4wBB05BvcFiP8I+ITvD30oADwPjAg3DgkKJWKsUNUDBIYpFeScETRaFSoTXtlbajrLk7dLWXkCpfkauu5ruSlPykq196mnzu5wnJ2ExiSULJKzUQO0oqt6IPP9ALiBeHRVzsmJkiMYOZjBgAN7yYG5QvPMgywIo8BtNZ/iFWgqxeEnXYKvtMbDmIPDxRQMeu+VvT0Ppe+LV5UoqZOcGim5YfHuJZH8HxXdvzPtHpYmvHrWB/gr1L7bIz0SibT68J2BmyBTJ9+7MB19z5wDM030yVWPXswUNairI2NaWIQyJdDDacKHt8uA/fRNgGlG6KdNMQ1ViLAsOzLLknMSbvDSNUvE8mslNX/Gm68/ZIWHMTjxN1+cTWTYPXkC+WWU7PN5mHeig2XwDuBd3LTdgwXm6Xk4zzk87VJzzPOnYV+Kj16EDCknZhiE8oSnCZlHen6ZPfPGsHAOigjqQU3xDiDUh9uJ7PbKYBrERLnICimptZIm1M/KknVLu0q7dHfu7Jso8sByqY7pXKLk4Zi933ydtfnXLgl5cC0wvFVQb9Yw/DhxbqxGdcXDl0rN9jkK+MhUOUABjbYPnEOyIhyu+5KK5WQltzQKk6akySspTfiJYnwfmuX74njl8Wd3/vbLu7f9ztrNF9bch0cCQlYPx9RMMOMU+Sk/BuW2sho0uOJmifBwWozmSwidgXE5yLbvn8YcEeYr4SHbBVioTGG+0Ls0sS69arl91EqzPefxDule3HWevv36U0/5/x+4teA4O11p2XXOvPvKED45Wuv7IF/kz3r0hJP8MPa3Gkz23vlSxggeuuCgLM3Rbx6ez2yOAyiMOHiakQRzIJPmcPq8fZI4zr4tb8PBbHNxcJMBX4J5Ut7H8PFiabtauqsaNg/mwcYXHn30Hy9vO443X87JFOQXZEAIwBmdkk/Jcy7Td+vcWVyNVWXF6x8Ko7wPgPLu14hxoA6v6qHD4zNMW3DFtFJKs5Lz5AclNw9ZGt8b0TyIFJ5/4p4TffM1IDece+QfR8KUSeBIeRznlI5jdtPmj1SdwjraNPFKR6pygPbuBcyVw7b9BVJov7ynflbSjgG0jcYDSsmWugapG7eSx29omTxleXw/ymR7apvHnrjnn770wvZ3/2vHA+wcFnFpH0Z678mVks4OOd8MhC9BhrdrGF3FG6/FKgyzIPCMxes7ixzGUOqwTuqBYwGRb8nWf5Y0mhgpgdZRaBEs8bvrZFlTu7yXb8kPi03+TA1/FjO+LeO1my+suQ+xBIS884DDpy9yt2G9zWL61Hhf+oQF7gwOxp0pGiPwJqVHv6GTb1+lXMVwCLkVjoAwls3cxDPvl4yDKSQn3noV0iKNWaARy02WbqXruknzdm7b70kpvy+S/mAY8fTZoV7eufMiPzGw0ePvhZ8gxXI2Psias8hOXAc+CEZ773FHnzjFD/JBWaPXSaRe5qB+XPaU8ZRBSp466g9d4oeZDiYd0IMHMvB7AQHzUZPs9RzzA7Hv85ltUFdimVpPL6KU30Vu/11n6bvjcMae3ec+xgZxglwidwkGMsEnB3qC+vkAzQpl55jxN501pB3SJPVF6RkPYQfgaerK+tBrgWMlzEGZ9yHQq6YwTXiCWz0CS2r/O1/Na4L2m4rmD0zyzjaNnt+YXjpJv/NFO+BzsB8D4xwHeqB3xrgDDHsYZeDo0zhm56J2HGsDfpBymaLngzy9l9DQK4IHFb6DZKIg+9qgJkRriFRIydA0LSaT5dB1S0sqS7uqauWuELtv5lwesOGx3Xyx5967hPvI+3lcdP1XFi76/H91aS3hk6LDW6DVTSEONxHnxDCsVIOhUJxFIYgalSV1AOVtmEFRaBEhYiJKVQvLUgRtx6s93nzl8SvWrTyhub0voLmvGtjjzz7Om6/dv7N28/V+lLRW9qRLQNmjL30GmIcen6Nf70wYMz3O6Cn2ZITrEQfg7DhnjsIEQ3pwNNaXEbhz0uEAy/he5YevUjJ8U4GVXLq0ktv0Mi+4HyqpvbfktGN9/dzjl9YPvrWz/4u6rQUnzO1DprmBGftw82zO4qy36VhmiVMSvIMDE6CXcyA/PpsOh5BOzy8i6JFhPIBBKO8eHCaoGeaJh9SJcLJNAQizKAuAB2QUHtRK2ieWd6Hk7WbtXVhZ2RnfWH5597atE9x5JxvFCXEd/MBYqBDvYsZzz+8J6e59NzqVnVF6U6DnzY7YjlNNWIOqMa/Blw6jDqdwOuF01jZi7lmcVAFVBe78KJ1/+WmWGfmBIn1brLtHZPyAlpVnn9qxdd90rcxrn9iwkDMj8EMwLQM6OQxM9nU9PDq8lud66PD4keG5jiPkGmmOQ/rzskLKFKA+jgjqTURYDlwS1sNMqG0lLRibtdR1vPmatKU0r1tunhK0O6o4ua+O+bHnHzr2my9y3Xvtn+/3sW7x7JDSbQL9mSLxdtHBJ6p6tDgYjIqGwJEIkEyRLcQQxQ9gKkFKNownrU3almOTEjXwiMZxdp10kyXtxkv7eOX6kKD581K6b8VYPWKjvXux5tYkcLpLwBInPaf1IXySxKWMw8FFjtPCrebPGfK0h++E0SwVB4fIFYviYV9MIEIowRDMLDyA5dwid21jefKGlfY7gvK7QeSrOefd5+H1ybZt23z37Vs44Q++6JlxBM4zTyGMcSRMnPCOj96BzLLIDqYQ+A9oNnvMNw1P93Hpa/i7q/PPLYNp3yoLwF1cOKIeYn07wqcSHjqUc04oA+FZVPzWy29arHvBSvf/K6X5N0jdY7LSnJDfxcMRXa9+A/me4oiFThpR2JNjzg7FCAfJlKI/D0dfmsWpDcqVnvFeAzCuA/ODWA/SmAbjMoMyVFUEEXC3BLoO7fJ+TJb3vYY8+WbU7g802k6kxJuv5iTdfKF35syLcHD0mME8VOY7PM4xMeXeWNSc5Ik5DhAOz/ACVDlsKlsDe7AePWEucBzJeVuOQ/OMSfLMKcQ873c12DK4dmQWwtfSHKQJ9RBiBQ2xr0+zRTaCg+bCjC+M4Nc4KWm8v9K0a1DbXSrhA/3OF9k9xLtEDyG8W+Ki67cuXHjd3/+ITMKnrQxuFd58xTC4PITq7MAHmbMoQaKocNAaTCRa6NNKQfitWE7ZcldMipgYXZeEhnpSuuZlS5PHkZv7NE/uy13zxA92/D9f3b1t7ebr3XTyo5X34R+NcAgOWG8amHLvFOHCngIQoAdOsXMeD2dhzptChHExFP/hxm00nCSyghI0wkYw5l5kWtaMtzK5SyW3yyU3L1n/r3a3dxfefMniK4+/dPlze3j44vWLN+Y1Txwk1NwHY6GjoXGN+Hg5Co6JTzLg6RPX/9Fbpqwg0x/KbRbrNwHQThoB3yg8JGRactac81wYZygFrA5hipWn46FOQIqwvsPtrrAoqBfedJmVlKmTPYb0XbN0D190/yItv7pzsPzkq0+doN/Fw2FOpHB1OHgII3M+Buf/sGJ9UkQgIn3cH8aaDo+LHKR7+tjgwpnXNBze4uHpaUmn+twnKG9zsKYxs8BnFiPOG2Gkg6HD457r8PEK1xR3dyCnZe5/Pyjt5NslT+4ZxOYBXec3X791Um++yPXUFwYOY8ixAcIfX/NhFgrAmPXAYc7zDiO9I2mkOBi8L+9tHw3ekHCRTwGuG3AvdvDEAAAQAElEQVQNUB09DRyHkF9xOkPz7nuaMhVmZZRqCea/eVF4KM6tv0CO+QK58lSQbkcd7L4q6K4P8jtfOMyxx8Mo75K0sv9c2uLPW9afK1bfqjrcVA8GC3VVZbNcuLgRBFrFEPyjY+RhTM2E683/mNOUslGo/0sUBTyAlTZLNxlrblb2Stc8KKn5U5S8LSU8urCU1m6+sOY+bBIQ4TIn4Av8gBHzUQgfc3CdM98IEk+R984Pwje1nh/T3iCpBIgoh8GlSotUkPo4SBMNAPMNgmJAYQ5Pl0wZcuKVfWqa0k1eR2kfNZTfU8tfi6V+bve5yx0/bblUcDKchoFJUdompXGCOa8265h8wbgBTjGnzjJXBSICkXdiVZFji5qwnkBAeVOm082C8na6g3SniQjAUjjgCqXtIiw91auKCHxwfsYC63LM8BAswdbZEkdLo5pTUyyPO5TmGdrqf2vW/ZuI9nuL+Y3lXbuu8UMxTo7zrnj4QoHPG4dx8jlwBCciEJE+x8sUfkIVkQO0PuP9PoQ6d/T1GIeDCac5+rTT5mBe74VPyptPgHEqgKd8llaORpA4ybKPhVnghgfy2bdAGjdI5mdk3j4WwnhLzAsH7ojda5XaNyuUP6jEdrZD3ny91pzUmy/MHVXCwWAKH4RwCJxFEjgcrnsECBToIQynntOurzJNHfnpUpvDdd5jVtRFfiiM2TbLXR14n4R3SE6EfIgwzbiRNgdIh9OKgIphW54SUpVU5XohOXNdcLxeB7R7MCWBx2JaizRuJLcr+6WMHwtYuQslfTOIPsCT8jH9tSOO4vQo9FVkk3Ov/tXFjZ/4jY8WG35Gq4VbJY5u0jD8qOrgrCBVJUE5dHBghqAiwX9URYVkLpaSs3HCcXDFD18MzXLb8sw1aVLLm6+2eVxzt72yZkfQ7onXvvvPX9299jtfWHMfHgkI1y1XOS1GQb+6aY6mxoYGgMteIByMUxiwlDAtIkw4GJwC7z3POOp79zTIF8ivg2xyFL7h+2ZpMCFFOLy+DCOiEGEIQykJOTep5GappPaFkrudpbR3S1p5YPOmp57Y/fDWvTx8TRvCyXH7liZGhnIxy9y4jdwDzq4aqC/GqSvy7iPCqXA0j4AzNNWCgY4PczpDpsid53vM4USi14Mxj2CSY2OmsCWh5gKhHJIAPAyA9tdKLihdg9LyUNw9atby5qv9C5usfHt9+/pru3bd2QJbXRg4Gc6Mb9/IAt7ggaPwPkWZ7OcSKebjmsLz5hCZllHl+Eg0lmPwvr2whoM9UWYUINPu51rwcA4v43lTeC3Pmaa8pnkLwg2dPBlDkEdjtguzcGwcBVN8znTm7XE6cj9vwQPxsqXuGS3dtyPKPfzE9YCW9OxTf3SKbr7IqXuqgsNQCH9AGA8nxjk5BUfAODhOegjc+YgdHnc41eHxd4PXeTccra63TTgfPQfUCZsxAkwL9aAS4BAIGRY+tQfohPUEChBGRTkENAqsX9oOuWmanCavl9R8X3kmEVnZbmkvb77+0UvH+teOOIpzLo6S5WSTO+64UyGDC3ju/XEy/AuhXrw5DjZ8NA7WL0gclszB+ENEuC4CdaeMwgHjyFLurEsNbXKbc06l/+NHFGmaZW3Gy2+XbuXBkibf4Fy9G5U8trh/cZ/3vIY1CXxYJKDamgTJYjmXlKzwMALOfa4CaG8MlENx0BbQSnCdQ2mwlTdJ/UKBMP8UeXZNTz4B58XBGEoxoqBwHMbFKWRfWDAzXaZXLQhMB1XQdCE1E3ST5YmllZdRJg+J5X9fkL9WVeMX77zzTpo5NoKT64Q3YGnclpL5Y2J0gBhog6ARUA5AyLyPC0dxXudIOErx902et91LxyfGO1ow0MSCT+ZMC3C7YXw6l3LKKNk4LKE+IqLEPhSecSwVy/7L3V3Twdp9ammXIv9bCP6d1XjyTOxZ2bnzwF+h4qQ5l70AlDufHgpCCD1EODqukcKD42oYaSKCqqoQY4SnPd9DHIPjNKDMWNHQh+wVlCjj1oOJ3h8oB2d1WsozjLw4ChNGQBXCMQh583gm/zlncNoBCviB3xEDEKTw8DVBaldeTd34m6mbfNWsOSW/84XDXAhigQskRoH6+oAAHGThq1NOzjfBsZEKET5dQHAJzAE60jEHk733/D4ye3j63TArdtTgYPs+Bzg9OCfAXgUqASFwHRBuY1UVDhFBoV3z8pF5Dq/H4RjzjbnWNcvSjfftR/abr+4uaPhmyHjQhvuP680XZk5n4ZECOee2/2Zx23OPXo7h+uvCwsJtWg9utFB/BLHaWCREAz0XvEmkGngNBjdnnL+uEG9ZQVOdS85dSaUtKTeWSyO5TCYlT17MHGRJk+05r9y/Mhl//5WH/tfXp7+HcCR21mhrEjg9JdBmzbmkhocVIjGg4eUacBNBi0AvhPMuIJmYG54ZzYNTAvLhFohMCVkThuYHLFpbc6vrPDFDhJlKeEi6l8EsNG4yJXWdde3ektvdZu0DpukuxHL/i/f/gyef2vFb/kLFjryxkwuJKzwYa6bwi5ujnv2eb9dPJjMOZ20Okk6in/faq2B1v7Sm5Bm9JfU4eQZ1g955LeqCgbCQmLIYNxipoIgspkA/PO6aOeWS2xXL7Ss8pT0sSPdAyt2DUB65DHhj5wn/K1Qc0alRJwWNFZuUkrNxB1ThGLhRHl6BGyNEhJsrZyTLeb6IeHAcQWFiNYCDPXhsDtCRF+ba4TD0LYgIpF8rJMx1x13QLHEMLay0PAS0y5bbZ3JqHuILyz2l2fOg+s0X18rOXifs5hR4Ue7n8NN8Lty5jei5EBH0+pEAEQVHiH7O+sPBkbtU0Dvh83CQ1HvKhGWnknov8b7SuzzYqzfjHJEv51EYeoXCueLou4Pzw17Jq9suYyikCZREvoFxyIWf6EvXTUoev2p58oSU9r4g7faQul3PP3Ti/s9pcoAjOd583aGS6gs4d35Cqvrn4+L6G3W0+GOlCoPE1dyWlJMZz2G1xDBkOxUPViIdB5c4agtiFqWYlpzFyzbWpRWZtPtCykt7RCY7Qkx/LJrvSkkeW8LazdeRFLFGO0kS+ADdTPxfWijNcpe75VJyKlw0XNmAG2CjHfMNlIbCkwL05EIb5zDm41Q640ZN/vo9gwxm/y/ASgdnUoMiaIQSAi5xMk9bDGE54xgzb1ea8Qq6MR/cQHgvcT/zfzdA/nhSx1dxGjgJFU1WKIHvh4HMwfnmGBO/yKXEcXLsTj5lrHJeHOib8gVBD5d/D/I3Db2gg7keUB+CQP3wRkgH/HgwICWCqrPUZhhvKyz7bp/etNJ9l4Tfo86+WtD84Dxgsm3b/8VPnzgVrkxKl1J5O3V5b8dFk3mLN18HIgIR4ZxThBDgt10e+mbadR3atkVK6UC+iOADOc7lqXwPb8VWEeZ9eOhQ5vF2ATwAEIVrOM82fB+Hl4j92vFY9gMXcpogtWPyv8Rw5dVSxt9Eab5qknfWw+FJ/2tHDuAdXiSZaOKBmEpJE8uJX6a5l6sG6qFCVdUYVANE3h4Zx5upB3A9ic9RQli2t3vesgmfDgaHeJerY070uMGohyNhXupg6G3Owd68OnUQyFOMFZTzwXnjV0Q0k4ayz6xa+rDkDCtTeJwsW0Bg57wfXh5LO97PW+LxI1Vo/lwlfQM58+arOiE3X2Sq99o/D33w5uu/Xtz2/U9cjhKvkzC4VUJ1g4T4YxarDQgajVeU4NuKBBUNlYhWlEigCBWFUvQhJpSSzaeluaosWysdb75SXnmReIxD3h5Dt2M0ik8uPfW/vo7+L3AOZWQttSaBD4MERpK70nb7rNherubODyhuGqx3BcZDjnG1kwY3EA4uGCZpPWi8T/UYe156JgzOu/ATCRzwtMB/GAUK0+RXOB7xz6ylbUvXvJm77mmzzMOX3V2V+ODz9/7fnn5929alvslT+Aj7zy6jYombYYq0WSHA5W/a7xRGzvzw6SGjp8hPexeAGwd6RwotKRw+Z6iH+dxhTl8CUIiD24cgMh4BU/DmC4WHmZJSspyWeRp7CSU/LNbdm/Nkx3Bp965LwvY927ZtTZh2gFPhSu5ay4UHQ3sDubTGOcVFcggrTnM4UUQgIh5lMeshIj1NRHr68Xh4Sw4Kk825tB2MHuK9BGXdHzAYev8OlnF+jWsD1JuIQak7MYq6NLA8oSomyyU1z5QyechKe09OSw8uB3vOb4l3nsKbL7Le+wrjFJCXCl8kU5rknHkA43h8xMZd3Lj+AeG4lE+BD1umhgE+5ikYhfAxB6PH7F3+jsMbmLbt06aQJ+eLJxGIkBsSC3kFQ/S8GUhltMB1Erj4HcJxWeYpJREtB5vaV0tqnwjS3VeFCdHy5uuD/ztfh3N+eFpnhHkwvflari9IUX68hPBzUo0+a3FwSULkzReHJUFCrPg1chCquqZdC2yDIxcPgpmK5WKladvc8PWmuFVQ/0bThJLGb+duZUfpVv7ULN1biTyxcenc/fPO18I1CXwYJZBGVauxeivEek8M2vLdxESyAdmM1sFoEBgCtBuByyWEAGUhERLoaR1wqpyIsmuBGy2j0aqqgEiAG0f2CxR/Y6Sx6vM5DhY0sWJCerC8P0j7/SjtPUD5/VD0z8crS6+zwdPCVyPueVJagbSRl0MVb8GqSq2qglWxMteDiLwrry4Tx7sWOoZMY7ecIAD77+NMowep3LgpT1DIAGXvMJDeg4VcZ+Z6IxjyEgKpS0SHkjoqM3HHb1+BpUcEmbde+eshdc+eddbzzbZt2zJOtSs2Ecuv8OPPqxp0IiL9yFzODp9r3P2RuDk6PO268t//8nXj7DvNyzo8/cExly96NeBwN1dSH3om9cCSQl04Tz04DlBfxrVBRYDyh6CDWMvoGODnLbX2m/ww9FWNYWfLm6+3UsMMb+80QMhttuaNXJo3SmqaUlryXlB4czQZNxiPJ+h4C1mKIURFjAEcPjCbrxCXIehcNpybHD0OAIc5L+s4jPw+kjRXKLRJhfz4PHB0iWuA8q/rCsPhACE4H+ChEYhBMBhUvMWLUJhxjGjHS9I2y/vEOt582bdYcpuIPIR1K2+/D1aOuagerGly1uat6+/5wSc2odLPioRbDPG6IvEik2qhcKWQOe4q4uPuq1F8lgvvuaxQBOjBsReXSU5Wsp8wc5KSu8ZK+1Ip7WNmzfZcxjvasP+pF+//Z2/u2rW17Rtbe6xJ4EMqgcuwOy2sW16SgLd40fK6iO0BJ7z5zmgG6cdlNMg0Zlwl/WZKohsvBn3uqXkIxJmgOSrOl/NKi8AxAFIAf3nqUSDcWIQLG/x0aqlriTcstU/xELZDlAewnB/efd/W3a8++o+XWfG08At738wlyzhqXhJkvuilFeScaa56/qZjlz5+Sh6Hd+1p4Tyh7PlpiiwVHkwKQ9IYg+fzIUYlUWdgKEYi9VZyQk6ps5J4E9s9z/Db1Nk9KOn+hZXnn7ho/c63efjidQy8MbZ56jz3E51MNQAAEABJREFUlTEPXy9zjbxccp6UnJ13UDUwjoUbIObwdPF5R3bnNA9X05n1Ab2LxDFvhjLF0TAvg4MlRKAEPcA1b/wODL7AgAcvFJ6FreFtZLsbafKIlubeBXQPDnLz3Fs7fmsfToObL8xctGYScn6lIL8smvar5K5YovhzrxeqBmVmJ/oqQplxroI3fuhDpqcZfFJ+nJ/opQQ6pvl8p5/XOZjjlCmEk9UBhg6POzzO8mxSREBP/gp5y8ywPu0Hr8ADV1+aOkGPAnFe/Z/U4eGy5MnEyvhV5OYJRdoRgt0XZfF7ux/4H1/Zve13Tsr/vOMrmSOZ/rXjMKcLC/SnBPEXVAbXiVQXFAtqFhqRyKN8yIWOp+DSNk1uJ5PUtg2XfZtKLh3H2PHLRJc7Wm0L1IlI6pqQu+ZtMQ5Q059Cyr2o8xP7l8Y0iOx6za9J4EMuAW5s2f9191LsDVh6EpafLkgrxt2f8138jCMcY+FGkrqWb5HtzFCQSs+sU+DZcc8Y3wWFZokbOU8myNzIzRI0GEIA/DAmNH9uKKQYrOMLVdPt78Yr32vGS/ekrvnjnMO9KNWbp2AQ79rlU9e9kkK1bymV7s2cJy+ndvxG06y0zaSRkrK4LTaO2+zozYgIROToBY5bjjNRwPkC0Hw6zEPf2HqQDOGPTsHNTcg7KVSKGQ8yKLkbc0N5EdZ8m3Pwq9HsT6oQnj9tbr58CMS60f5JFctLKN1LXTsZN80ETdNY13VWuEZEBIPBAHVdszTgtMxbGA9FpKcZlTZHTzjmh8vdcXgD3s9qHJ7PtFcjH0IoiwrXiRU/rHCrNIKbvCVecKXJ64J2G9D+oVA3bUqnxe98cQSH+P1xPJZsL1VRnhsM5a0Yy7jkjmYh24C6GFEnfrAxLpzCjd5h3PQhme3M5y6jqz3nKBw9jULi7MUBANOoCxK986JTUJrUtbHAoQDmaVFFxZuuEAMy50em7XL+ItPOV+ZBxKgH44G4EJkXw23/e3grvF3lO5mN91ahe2RUp20x2J9LrnnzhZNy84WZU2CrXn79/2nDjqd2fMJye1PJ3W05pxtyzj+WU9loKVeFV8GlbaV0rebUSk6Ng1feE+SW4KZCOnLqYDkJShGxIpZLw1X1UknNY7BuO6TssFA9tf/+f/kmdvm/PTPjYi1Yk8CHWwLGQ1iyLG9ny08WS0+l1C3l3AhsapyE46M94RM0KaAzwBwAE6fMW88NueuZExQrPcCQDJKvwhIZwnFIyY2l9Fpu2ydzM9nRLS/fu/L2yndeeuD//vxLO7eusPDp5e+8s9x2+Z6GY3qrlMluK81zqWtXcsdNstCOG+9hzFnm+D04pTBniByQN25wRqBHzyDpoB6cT5psY0hQRZaT3x75ySXtMet2A+lBWHuv5HYnlsv3H9uO0+bmCzM3rGW8YPYyky9yJPsV1nH6FaZhviYYEREe/rWHCEsBh+QxeSDt8WODy9bxfmo7L1N4TefXCicTIdSXivVrJacJ98fxcunGuy1NHgZvvqKNH7Rm/Nzp8jtfh4/a/6HkFX5606q8xBevpyDl2ZSalZRaUAWmJPrI4ROvcJ7SJsBfEjhulmVzRtB7wPkJeOkfBhxwfbU+Na/TJ/hYnfY4SfTC9pWMiQi4xmHkS7g8HEbejC+SIH/CFxhhyPXBM0rDw9dkktPkVdqDJ6qQ7huGbsfCsOHN19ZXdm/bOmHTJ83r9de/FFJqLykBv1As/UrTNtfzpeTi1E7WlXbMw9d4kNulYTveNyCq3CxVSONoeVyhTCq+bcXCdEd66pYry00lpa2km1SaefOV2x3oJv3vfHGV8eZr7Xe+Tpp21zo6qRLgm+3+ktsnu9Q90bXNft4O+a2EwYoJ9/rIK6V64H9NFAFuNEaj7SFt9knl80BntHhGo2XkRVWgveUS8mzI2RgWnh+LkU8m+HJV2r0lrXynpPG3TPIfpyQ7FibxtLv5wkFnd/IQFkKzV9A9Lpae4ClnvxSDGH/6JxVjvTpglMPBqicnZmTI++1DbmSFoGxJ5QbXx5kjgAgf4O4CIZ9EoWp4+GqaCZp2slxK+4xq2gHJX9OS/ixL99KuXfzWgq0cHU4rd1a72MhCejVq/dKgjnuGw3plNBzkmrcsIoLCdZF5o2HUBzd93sQGiEiP+UBEDk3P6ccjPLLAhE2vBpPkr/CTvPNaMr/uci1VQRHEQJVgvLzv9WYy3paala/lPHkAHXafHerT5hM9R3Co51rxQ1ibxf9K84E2NTubttnT8pKl7SaWcsfJaMbhgRHOQ56ZebjhnGM7mWCaT/Tz1OeqQ0gh3nEgI9m90x0e78GycPSJd334/MicK4WHQU4HCG2YeFXqwfoDWIYfiGl2EaLyAOksdyip2WvoHrHSfaugbENVHlrBupN68zUfmI7HF0mJ5BOI5L1Fyc/nkr5rOe3kFfH9SN1OpPYhnuQfLt3KI8jNIzx0PSpovivW+s3WLli7y/JkF0/635MyeVJL8yTDx5Emj2hq7tHc7Rgugzdf/+xNvON3vuasrIVrEvhwS8Dy2yudpmd5ePl+zuk5GuU3Skmt0UCARkFouQKNhLqVMOs3GjA8daP2raZAaESdJUbIigIWYHwjK/6VjhtMSWlScveK5fZ7pbT3lW58b9Xk77711G+98MIL/4TfWFjt9PUWrOxXab+PYrusyy+VXPZZlo7gODlcF4ODY3CjzuDkerF+QwNDh6fIFXmYMcUYICxDahErBZapl1xym3P3Vs7tM0D3IJDvNSvfjuOnnnlm52g/v24UsApxWvlt27amR//kHy/HunotBn2K62E3z/vLhWOCCwBA4SDz7BDG5CFeRCAiUNU+xHFyLm3HweaE0cNB0ipPNiDUjG/4hZ+8SvYtNC3n1O3uuubhthnf006WHlju3t69++HfeXvnafQ7X6uGMY/a9H+rmOzJpf1u1+WHUuqey7nbWzJPXyVzrMB0zD61MqipKWhDQDkwMfOHy41pF+4hh61p0Z48jb6vZ1+PL1M2s6HOV8+DryO+vAgBotdN6cAxNcVoxyx9jyvoPpPuvtTs+96ubf/dKyf75ms+UB2NXrJBF16NKN+ISL8jyP9UUf4fIZb/Pmr5JxW6/yFa889iWfl/VVj551qW/5eQx78jafKvJE/+v1pW/jfk8b+Fjf+tlqU7mf73SPv+vTT7/i2a/b/H26+7qiRPbNS1m6+50NfCH00JvHrW8w0mzWsc3dN883oEiu8Vy/tpu6T4ZuKgEXODMAV3UhY+NZ7mi4ZKZjAaKudDECGoHSTxorsrkrp2b9dOHu7yyp/zxPLNmGWnjM84of8+jvNyvLBh78alkMvTTVu+27bt412Xn09dnuRkUoqJ22/j5mEeWdWpiEDkUMyzvaxjnj62sO/Ve2Y/bIG64HMWF3iETwh/qC2KXiyT4ZyzpcRPjzkvAeX7/DK0HbCvC9JdVWxfmf6/jlu9Ck5nl7v2rdR1O1bGk/v37d23Z3llGUYdhBAYGG9h+zH2IQl93nw8fvhyiMicdGzhO2p5e4QfFAjrZc/0O8qBB0BBVUXEGEDmkLoW45UlTMZLr4vlbVXUrw1C/UBbNc++Hc47fW++Dhvb4ltvLIvo0yXrd5m1izbiOQ5wzLioCgKNm3DWorcZPIj189aAnuahME5QfgDDHjii8yKrccRCPfEo7TiZ7ZNHPg19SH7II+NAKQk8CLtOpGmW306pfYTUbTD7c8ntQ1i3ckpuvvoh8aHr1z9p+aw39tmiPblY5x3rzO7aiLTt/CpvO3Ndu20ke7bV8va29emNbcNu37aq278t2p5twZa3AXu3SVrapnnpW7C9Dqbf3iYsh+aNbbl5837uR0+/+L1/9ubaXztS2mv+R1sC27alVx/9V8tdHLxYRL/N7fUhK/mlnLtlXoSlzLdjpgHehvEBN2IOj08xFY8xcDCYeU85ZslZ4BTHLHnUgHzQNB6pJGk0Vsa3V3NjakaetIezWHKeEC+Vrns8d5P7Urt0n+jS488+/psv79699aT+rsRRB/ceMmh7uhd/7tw9qel255Iespy/U3J5reSuMVeID9YONmSUw8HUVDOe7QClMw89jvfkvMaRwMq+gfAQYR5CAcbBUDD9IQHupqfEDOOnrpK6tpTmzZzbpw35finpXtIfuaSOzz5xz3/LQ9nWwjreIYPT15flvftSbh/jZ66H2mbl2dRN9lhpO385ma8RzHQhQnmI9skp6dCV44Od472PWFjUwaD3HndQD9QBqIMpsMrJAaqQSo54Z0e98Ial8Ftj7ibP5q55REu+d1jrA9XG0bNvP/x7b59Of+1Itt/V79p1Z/vc3f/TnpSGPxDDThF7lBPvLZSWF5X8DIkMoc0QZvrqcE04PH5ow051KU2p/Rw/mJwSD3l6puMQ4izh2p1FDws4NcgP69Fbv5YL+p4tg2ucaGjH2ldpx55A6e6z0u1Alu/tPol/7XgYyweSum3btuzffc/ev7KsS+fu95sqR9nb7peNzV4bVntEu9f50f7lZjJ+0f/tkqotz1a1Ph2N1/pWnhDJj1eijwNpV0XjViF/J6N+vLXJ83vOPHPlQG9rkTUJ/CcggWpc9qilnZr5SSg1T5Zu/HrXjRsaZnDx98bB3yQdcCNGYzY1XsaDkhyCOf1gOBWgG7PVmFLf+TS2vxoHS7hBK3CDNUVmvwU0Zswws9RwX2/2IE92wtpvsI0/jwEPn+o3RhybM2zdahK7N+qQ76tCuUvL5BmkyV6hVRY32hz9kZo2HKoPT4O0dwJHdPPac/0dmmYVHirQg599PQRvU/pQ2Yv0xwA19lq46ZVOxP+wo4yXLK18j7i7pPbrOcs9k8nktW39v25PhePD4c4OK8tV2zyrKI+FkB9VpGdyapdyNxHhmvBbDFXljYsjQDTwNUH4KcmQ+LkyF0OhbKbrwMA5CqPUHGA4BX6I467NsofWmWvpnSFY1iHsV6gTHrq4p09AXQCleT1Id1fQ9PVi5UGL4dmzua/iQ+qq9e0bEuRu7u3f0tK8UPJkkrtxyZyDwmkWROAhjchshDILQT0QnmS5Xi8eZ67NADjhSMChjvXh6Kleu4/MHtQ59WCEiPQtGj9dW6Yt482XOTLfE3OzN2j3SKzytzRim2Tlzdep+Z0vHOaU6f67705+m+abYjuH/5+MT/3RbzUvbP8n45d2/vbK67v+x6W3nvrX+97a8Vv7dj/8O2/7CfnF+//lm8x7Y45XHvpfX3/60f/5NcdLT/72G3ueuXPvh+nkT1ms+TUJfGAJvPro4nj9nvQiN5PHLHcPWG4eLWnyWk40YLnLpXTso6A3LNxoaEZosPxJo+VmxDdgws2NU43bjvGQ4JjW8Y3By66CoHdGY3TAIDptBvMevA2G01rTZ9/HrI5ZQvE/nS/N2Ghw0f+OZ7Mdqbmvbk6PN8Z+kMf2sE11Xlon4QdDLY9IaXeitI8Rr1tpG469uOwc3rzLhU/NOKIAABAASURBVPv7TFoub4fCer0wpJ68jIsOjAvpIhQ2id6GA5S31yKVwu4z4HEvRgJ6nYAx1p22ywOGse3CwwYPYgoFpwf4DY5oiUmDMn5DyuT7lif35zze3raT77y08//63Kv9v792YKdiq6e/38k9Z/fDv/l2RHo2aPm2SsfbycnLhTdJXDfcRXnopJSEUhMevoRyApSrwSFw/RTmGykQjpegEnu6zQl9yLyZFxGICIVOApXHGCMCRsG9m3FliwcB79MBLyl8EsZiLGw5maWmIDf7OZ9+oNY+rMj3VNI9EIdp9+5tv3m6/84XB3J0/8ZFP1hZv/7l3ZWUR81a2rHJY6Vb2VPyJKNknnsN/YwztsEUKB1QP9PQRWyU5SoI0BeRqbztQJ1pRt8Mpk5EICIA/bQlatq8LdA5kfD6XqmnCIsSTPshrPhNMU/ylrtXxbrvBc331dHuW4grvPn6717ZfZL/2pEsHtHrEan/qRDXxrkmgRMiga321FNndzG0L9EAfENK+jpK+wQPNXtSu9J1HfdRvj0ftF40LtxE/Ine6HAD6ENnjkaHV+mZh7bCA1JPVhowEG5sDhglN1OEpwkvpyyngUaJoVlBIcB+vNUeNGA2A5ujsUxIaUlSt++tUvbfL7b8J6bpWzHF78pKs7ev8yF+7Nx5UT6bty4xLe8OWP5TkeaPLa88VdJ4b05d50YbRnlzjIW7e2GcAeUCkoVUR2AY+jT3YDi8gGqAw7xO/waeWamAou8Blz2h3LEczGQ167VRqKwigfHA2x1lmwpF7CHOQGp5Fl4h9u9Du/dxyfvujmXyJ+zmvoV13en8V6h4L65bCG9V3CBV8rckj59EGr9RuklTOG74OukboewpIxAiEaIVQJlPdcSXGWUhAQplnCiYQj0YSfCJ7WBCGAahbAl4PgE6ZiFno+xdHwHG9gsPwEaAce/PqA1m8ClQ1rOUYG1jkpoUcvMyvwb9ecDkayppByo8479HhQ+7m/1VJG3Xs9qt/D66pd8v3f5nS7fcoXRFKGsKHC4XywIUhbh+VGEce+HTSJ7egBk8dNGL08C0y5EFDG7LDgJMC9sQFYgCJoXdJGTLVJsBzAeY4WB9FgBIE6Z7sEjpEkrb7uXh65Eg6VtWbFuU9qEVrLyN08j5KE4jdtZYWZPAj4QEaAK2lhcXHtubxi8+WaR9QCzda7ndmVP7g5yaPSU3bcm81aBRoYk5MGijIemNPUP0mFG4cft1P00RjVHB1AkgBAgPCfG4w8Bmp0YONHQizCF6Y8U8plhKwMZg3OSMb/Ml+++qTZ4reeU7Ziv3Ii/tGLRLTz796D9+zW/E2eKH3G8tO3nrkvfLm9a+uUuw//5SJttL6R4queW4/a+9uo6yAIVCuPwKoy5vCo2eEgMFB3ciAhEBH9OyPCwxBSWNnmRPoc/jwyOHgK3P1UG6l51uQjyJsTjT/Mxm/m8rJu70qXmNNy1Papnch7Rvu+Xl77716D96wb9QsPKH2r/xxYXl0dnds1UZf1eseQCledRK9wrHvpJzm4v/daHPUc5jUAcAZUMBiwhEpU8ahUZN9XER39YclCfovE5f1yAiEJJ6T5ofmD2u3PCVhwcw17ipsyS78pIOUs2oE/bgNys8fKD4W1T3BnL3OKzbEUpzd8TKAzLY/wP/OrRr151c3HhX9yHINP+ryNH+7+/Jk+e/U/J+zrtmB3K7C6XdQx0lK5z0lI1Srg4wPpUp5UUJul6Mtst4iDKmCw9tjn7sLlrWA2WOPkTvDMywPgqwPKhbf1l1+yfCPObLHALG2LLPDwJ8I7Jcxpbziyj5MR4StwPpvkGVHt+17eT9C/d4j85n6XssulZsTQJrEnhfEti2Lb9+3usTye1us/wHinSnlOaeklee7pql5dTwVoObi9BoBRoW9Q2Axt/tDfg2CY+zQzds/tdWIShyyuj87Zt0YdrrKDcPITzUEKC+AdGAZW7g/OJJO2RQjQi8NRAEgJ+5pAcY51tlTpZbfnXsJvwcN7kLZfKHauWuKufHy97Bfpb6kfJ+OykrZ+ztuvYJQ/v7paR/X1K3I3fjZ1M7XimpoVFPUMmgwGHcdA9sBFSOcFOgupgv8L+AUxWk1LFoBxElLaKOFaIGgLotBNDvFPB4Zprq6UlO9s2FBeFQPlmy77fwBig1ExB7kbvvakl/YZBv5Bzux8LoLRb90fBbeWO8+eyuyc2LKedvwvLXo+VdYu0bqRk3XbMCl4VxrZScUbjRGjdal53LP0Sdyp96CiGiqmtooOzFpelSNarhIFYLrbAdl/eAdQaD2ptk2cyQa0aMlTORmGbIz/Ndu4LEW2yUdi97/Z5Y/j3OlzvNuu1d3e0+e/9p/O98rR74+4j7X9Uu5m65iuH71M3vK8pXpbQ/sMTJWdpMGSAGQeA6sMKbJ64F+Dpx+TH0OODyL9RTQqYOQaeqUNbxUEQgMoWXLdTLXNfgeouq7CP0a47FIGxP2X5gfT+YFV8r3QSZa5fr9S1BeiDA/iSKfDNWctrdfGHmdBauBWsSWJPA8ZeAYdu29NLle/bUi/sfj3wTU7R3WeruzV3zCI3GD0pKb1vKXelKsf4PjGhaMpdlEYAQB82NCo0V0bPIfWFqhFjGCUyDL6Lgxi5eFqzvh7fCJrhv0H7xs0kgNcLYHr9kwpLBci6SaS1zyxu57smSGv89j7tLWtnRYeWpJ3f+9hsn7ubLGT9V2Fp8XB9d/+TrC/teesxStx25/QvL7b2WePuSm2fV2iVYU0puzHJD2SX0BzLryHRG6I0/SDOen3gzwg3DrMA3AxFhGXCLcDDOtHADARSZenKY0xwoLJQBfmIWth2QqSt+4UncTNrJpHQNb4La7zH/vmD5vjrnx1545H9+8Ufh5qsX0vThfyRRLgT21tY8Uak9IJLvtdw9mLvJD1I32WN50lJHMzklCBwZIpSfy9Clzfmv3JCVcjXGHYBAfN04DUDm5p+pKxHSVSGkOQLTwSOUP3jAQ79IOog1QI8JzCZNySuv5278lFj7YJB8F7rJXd3efQ+2Ly/t3r3ttP93vjjaY/Fbi9/opVf3v4Fm/Ajn6N1miS+S7cMlty+U0u4rqe2K/8I7D6niuqFelHD9CPUj1I+DARzSS955MaZdh0aKkUC47qgj62HUAZgHuF5VPE4a24R/PaCeLHcs2mRLk32W2x9YSQ8z796gacdAh987HW++MHM6C9eCNQmsSeBESWD2uxRVNX4ZsXyrIP0HK81/sNz9Oa+znk2Tdpk/efpiDUimlUlEBtzO0I4BmUbHgEojqhjB4xi4I/QomS2mDL/t8nJu4NSEhoul/KarBAgBHuysA0pbkNsEa7ts7FWtfUZL+1XkyZ20nXdbLE9v2Ltvib3/SPtt27bl83hDWVl4XmHfpJDv5Ab7H6Qs36U2eVnSuLNuyVDGCGgRpaMc2x5BC9PcOPjGb9ywuZdDuTsYD2GZNzEdz7WJdBKhvJVRDYDwAEad8gwAkQBVhbC85A7GQ54Q3o+UBrlZcrxtefIQ0P4ZzL7B08ODy8PqQ/Pvr+F9Ov8dvTOBFbT6DLr2D1PT/IfULt1raflpbq7LUiac9w3REYmy61B481Eob4oeISgoJ4opI3Udb1syRa7QEBgGXxboWDYRYIVAelBlO8Y6LTLbEpu2a3mMklfY3pj5K9TPkmOf2fLjKCvftNL+a2b8hwh7TMbtnt27l7v3OdwPXXEfoy2lvSV0uyylO3Oe/JuU+LI22f/CeOWtcTPeC3DuBklwqGSGhaI2KKUfRFBR5tHXA+MgrXCNFK4hUO7wwy/XA/wANguV5WjJgEJx8eWF7z19W7BM31LPK9TbckFaaVEmL5Yy/rOSx7/Pdbitkuqx/YtL+1jztPV62nL2I87Y2vD+k5JA/7sUT9zzL/b/4N5/9qxO0qNqk3utdNty7r5VurQ9delRGrUfEG9ZThMrPFG5YaKBYpybQYL5zk3j5EbIjRTtF4Ri7GGMOHojZaRbb6jEDRnbKDwQlK4zy4mHrm7ZUvti7rrHJXX304LdBbR/kdu9D7Ttnh+8sP1/ecvfeNnij7o3HsLSMzv/273PPfAPn5Hl1x/WtPceGvJv8YaDn2KbB6xMHkcev6Q2WZHSFMsTynAC42GJ+oPrxjcO7uMQWlOjUgp1RDUw5uLrtcO4hyygASIEhPs3eNuVGXY8dDdsZmLsm7eSk/0ljZ8hHiIf98bc3pfHk8efeOifvvQjdvPlAlqF6e/oPblz/Vvlre57aWXfA6lbvttScy/l4n8h+YyU9m3qobMy4b7dcOo21EUHFXCzZ1P9fC+MgBLGzAl65Yj0ejDQkeQFSAKViOLrI7cAbyJhbJOHPR7CeC+9srfkFd7yjL9bymQHD8l3ma38RZOW7usW33xs18+ve2337t+ZAHdmtvoj7u/MPtYnqu++9ube5x+d5GW/Lf+L3E22d+2K/6X3s4puSaUr1BNPtS7HDhQuhAcm4bpQLpJA9IJyNfGWiwWYdK2Yq6SH8qlQBEIZN9q+Qh15W64j46dGro82dyt7clrZbaX1F5V7LK/8RbHlHe3K5PsP3fUPXn/qj36LC4vNn6ZeT1O+1thak8CPrAQW8xvL6KpnNOEuRf6XkO63o6b/TaX9cysr3y9piZ9cVjrLEzgKN3saOeSu4Vs93/pSQqFBwsygRb5VVjEg8gZA/HRGY6e8Ngt8AxVeeXkbqeONStpPw7jSqU1etTy+H93K76Xc/C+w9G8KzP/R2NdfPev509pgnchJscH2LVlXnlaRbSmn/0/O4/+3dePfkzJ5wPwv89qlXLplnl2X0fKGquv8hiRBKXPhK7r02zsgItAQoLyt9C2FF5RwmChiNUBV1RD+UIn9ASzw7V95cyBpbOiWO0srL1Jn38yp+V3L7Z+mrjyClZXT6q+3cELdVvPf02ssvxyKfSsj/fu2239n7pb/1PLKsyUtj3Pjv5+/wqnL6eryo/yV8oeffMlbDBXC/5+9a+tt47jCZ3aXsoMECIq0eSiK/IM+tH3oHyuKNkgAGQZquI5rp47tRo4dR4ngtEqKJEDTpGgbUpRI3SiKulmyLhQl+iJLlmiK5O7OnEvP0EXQIM31IYhtCnswO7uj5ez37Tlz5ltqFGW8iyj2+nT7c5olB1EERrnpJsl+YqImQuATadYEjNXXRLkASUCk0yHX2kJ3OE6cXFNV7ioCvYchT6RpuLP2y2ecX19OP+7x2lQ53lXluA+DGofmYyP4toH0r6HhfGhwR59l0qRI/SQGsjGwxi1WlRcUZ6NIefN0gMYvrermjxj1iEDNgE/SAhNCGDwwo+1I1UmyCTAmIM5ftwVoD9tMrXWmdp45eUudcwiJx8SGtWfCThsegp/gIehjr4s9BB4pBLy6tDV/8WBz9mzt58+tz0aOxgzHeU3Ashr8s8xpXssiiC0J20WhdF3tFpP16phGNEQmFbI0EUN91UI6M/TGGuRsX6rYAAAH4ElEQVREZ/AGHBn2kc82QNLbIqqmULzI2CnpNQsGMGc4zaKLR1ynOXa0sV6pF5++7Vfx999Ze6TA/gY343mpL17eXz9S3mw2bpVazd28DiSKlcsC25yQKwgmZaZkhV1cJ7QHIs6KKpUee1L8WQd0VhWGdWaPKmI6R2DVHDJ484mYN+cQnHPa3KWG3AGwqxl2C4J2QtjmQZKc04H/fsstby5duOOVh29wKw97UwHo572VK4e3r1+uJYGrpJ1GQRPenPrFiGJVIExmyaVrQnYH0LUEFV31B9bXi6IAiyZirOV/cQanExZUI8+LcuTUZ5wO6qzcCZMIK1ms2TWnd4TtKgjqhMQVhRP/DGTJNXLONooS1hdvTpyrd9dd6+/3Go487GB/i/6LjxMbpYH724WBdY54JhAaDQPKGSB9dnFCOVlgslVCew9d2kFnSQ1Y+WHlhdUfSE2p0GOiE0v1D8daiqqaAqLIMum++gkrr9oIlJOU0d4lTDTpSmaF0iJQmhdKcugao829lZltKGxpXG2USgPuW9zXd/4rvQTsO4e894E9BD5FQIaHhxkOW03sO7IKYTiiM8ohITkv3HkFqHXJSOfPIvE/mNIpEafqDO9rJEqZkZxNIe50oN06hE77ENKkrXEqAebEIrf3iZpV4maZpfkvlsYwyeFrIPFZARwQxI8ywPPmyeie/ysnHfAex4HkUyI+s6Mz/J0HSuBdjf1zOhp8KMAX2dmzhPaKkH2f2U1oMlsFcm1yiWL/wPygjpoUp6mFJEmhEycQaxknvu60bqHTSSHW42mSOEziJrm4Ci4ZAUz/wkQXhfgqYFCwtm/r4AfQ+UzfHsPKAUDHHTlai4gLAjLI6C6Cs28Ztn8Xl86TjXesAprGMaB14Lr4K8aJx95b2uUiSVPoJHEX+1jPpVonbatcMjBaw25XL1AWl3xImL4OSK9qZvYmgfkYXbgiRw8P6j8B+xhS8KW37L8vKlG4LoheOb6skem8+sg1Q/YTwXSFbHLPJnGaKuZOMXfWgkudQk3dZAutQBI7iDu2a37fpahtrNZjVZtTCAOBKJL7Qp1Fsq2PCdOrGgMHiOVtFTSzfdC3tf/03RhKJfrSzn7PTvYSsO8ZIb3uPHYI6OsW/x8n+verhRdq9eJv5o8c3NRXHLU8u3tZA+2sDsxZkVRVGNK6qLEqAZwjpqwONllrbdcQXVb0mBHMagD0SprW21mS+zmW3Szxdg6TxfzPnluc2qicWPXre9WLZ2JNvlhRF7Xe9gCB7gzfK4J3F17b2Zg8v/rTZ2uTSet2TtqNHDvPhVVsMaeDgLcRTczGyOE4IU4jY5mIK4g0h0RzpKU3rVfQ8YxFmkKHRa3nifQa5JTjJGdckkuTVt4cuFJt7oe1g42B+73/JKKElAbcgaot1fL5rV/8uFq23FasOyOMNmfE5oQoS86qCoKjhDRJTDOKa0X3F9SWlINlJFxB5GVC1jr64xVGKhHTBJBXoFmVNc4y2awmDFlOWrkk2R+LdqBcL15Yu1Ua2KsXh2O/Lpb2qLf9DwJd5bioynFxt2o3d6bj+80REKe8qJ/os82MOULMq40RUVFtEpFKRFxmlFktlSuec47UV1j3pUyOS4iofuLGiXDMGBmJjMkKp1mbtrKEzayjRuFoAyqb43/a9GqcJl9Ou+VjmRYPx/boJmAPB/69XvYQ+BwC/vsvTx0+1ew7kt6CTN91ISyqrPU3DuAtMHBOxJxg4eNi6JgIHQPDx8TAMeNLX5fgRMByTogHAYIPGEweo2gpzcS3nwmfbXdVN5XRPvfBvQNfhEBXqfRrIfVZ3I4iU6Yw+EiMvKET81PMcpwATqKhs0R4kYmvGGPeDDOZoTAIhnR/KDDhUBCEg8bAayYIzpOB0yLyErB5WZAHQ4B/A+CyX9/L869JcS8h/jwbXR6ebv3oMAN9mxLyBIB5F0heJeZTxHRS8T/HyJcAYDAMw2tRFL4bheF7QRC8HwZGLXonjDLXgiAYNIG5BMgvC+NLbOikCeiCCeV9QTPVZ6jmffABF3q13vY1EBjmzc22k6OZgwgzNyCEEWa5BoEq+gGc0jh0Ut8+nlGuXtFnf4DZXHZIV/Xl76CB6M0ozKiFbwQQXEHGS0x03gCfMSAnRYLjEsiZgIN3gE0xI+kjwU/wNVDtNekh0EPgO0XgwTpVK2NXDm9kT++tT13Y3pj442o1/7u51U+en9jI/mq0nv917s7ob7N70y+q9XetPt6fXRt9MbuUez6/NHp8YrVwarY69vLKrbGBrTv513f3xj44LJUG/CyxN7h/cz7Fz/TX1oaam1MX7qhyuFYdPVlZHukvbOzDSDuyo2naHo/T5nScdsoShZUgiObBhPNB6C2aN2FYMUEww2E0GURBkTNHC1tPZMark3+orEy+Ur3RVVl6iuRXUKM89NvN2bONmxPn6rXxs9e3p05P33lyaiy1rdF2Gk9YpJkgDComjBaCTGZJE7BlxX3FmGDZaD0w0YIJMxURnLHYmtjbu1tY35WxG7njU9Wx36/UK2duekXFrxWniTB/RX/+7+nH9KDGlWFS34iXJ0/cqxZO17anX1q4+Vx1KhPFheRI32jMUkwtTToTTjNzObU4SylXIAznorBvru/IE7NRYMrOxaW4HU8JBEWI+kYzd9OR6/98YXxt4sTSzblz9c3Zq41HgZ//AAAA//8kY4DwAAAABklEQVQDAOl8xTY5yUJ6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301" y="6084262"/>
            <a:ext cx="1092200" cy="59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128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9349</TotalTime>
  <Words>181</Words>
  <Application>Microsoft Macintosh PowerPoint</Application>
  <PresentationFormat>Широкоэкранный</PresentationFormat>
  <Paragraphs>40</Paragraphs>
  <Slides>11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ПРОГРАММНОЕ СРЕДСТВО ДЛЯ ОРГАНИЗАЦИИ И УПРАВЛЕНИЯ ВОЛОНТЁРСКОЙ ДЕЯТЕЛЬНОСТЬЮ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СТЕНД СИСТЕМЫ УПРАВЛЕНИЯ АВТОТРАНСПОРТНОГО СРЕДСТВА ДЛЯ ИССЛЕДОВАНИЯ И ТЕСТИРОВАНИЯ ПОДСИСТЕМ И КОМПОНЕНТОВ БОРТОВОЙ АВТОЭЛЕКТРОНИКИ</dc:title>
  <dc:creator>Artem Ermolenko</dc:creator>
  <cp:lastModifiedBy>Ulyana Procopuk</cp:lastModifiedBy>
  <cp:revision>51</cp:revision>
  <dcterms:created xsi:type="dcterms:W3CDTF">2026-06-10T01:10:27Z</dcterms:created>
  <dcterms:modified xsi:type="dcterms:W3CDTF">2026-06-25T10:23:29Z</dcterms:modified>
</cp:coreProperties>
</file>